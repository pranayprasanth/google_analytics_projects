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4"/>
  </p:notesMasterIdLst>
  <p:sldIdLst>
    <p:sldId id="256"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PT Sans Narrow" panose="020B0506020203020204" pitchFamily="34" charset="0"/>
      <p:regular r:id="rId13"/>
      <p:bold r:id="rId14"/>
    </p:embeddedFont>
    <p:embeddedFont>
      <p:font typeface="Roboto" panose="02000000000000000000" pitchFamily="2" charset="0"/>
      <p:regular r:id="rId15"/>
      <p:bold r:id="rId16"/>
      <p:italic r:id="rId17"/>
      <p:boldItalic r:id="rId18"/>
    </p:embeddedFont>
    <p:embeddedFont>
      <p:font typeface="Work Sans"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p:scale>
          <a:sx n="75" d="100"/>
          <a:sy n="75" d="100"/>
        </p:scale>
        <p:origin x="1910" y="-1363"/>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viewProps" Target="viewProps.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presProps" Target="presProps.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4d11347f20_0_37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4d11347f20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7" name="Google Shape;37;p2"/>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38"/>
        <p:cNvGrpSpPr/>
        <p:nvPr/>
      </p:nvGrpSpPr>
      <p:grpSpPr>
        <a:xfrm>
          <a:off x="0" y="0"/>
          <a:ext cx="0" cy="0"/>
          <a:chOff x="0" y="0"/>
          <a:chExt cx="0" cy="0"/>
        </a:xfrm>
      </p:grpSpPr>
      <p:grpSp>
        <p:nvGrpSpPr>
          <p:cNvPr id="39" name="Google Shape;39;p3"/>
          <p:cNvGrpSpPr/>
          <p:nvPr/>
        </p:nvGrpSpPr>
        <p:grpSpPr>
          <a:xfrm>
            <a:off x="190345" y="900758"/>
            <a:ext cx="7581747" cy="5906"/>
            <a:chOff x="1890075" y="5241175"/>
            <a:chExt cx="4240556" cy="257700"/>
          </a:xfrm>
        </p:grpSpPr>
        <p:sp>
          <p:nvSpPr>
            <p:cNvPr id="40" name="Google Shape;4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1" name="Google Shape;4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2" name="Google Shape;4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 name="Google Shape;4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44" name="Google Shape;44;p3"/>
          <p:cNvGrpSpPr/>
          <p:nvPr/>
        </p:nvGrpSpPr>
        <p:grpSpPr>
          <a:xfrm>
            <a:off x="190320" y="931759"/>
            <a:ext cx="7581691" cy="5901"/>
            <a:chOff x="1890075" y="5241175"/>
            <a:chExt cx="4240556" cy="257700"/>
          </a:xfrm>
        </p:grpSpPr>
        <p:sp>
          <p:nvSpPr>
            <p:cNvPr id="45" name="Google Shape;45;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6" name="Google Shape;4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7" name="Google Shape;4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8" name="Google Shape;4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49" name="Google Shape;49;p3"/>
          <p:cNvGrpSpPr/>
          <p:nvPr/>
        </p:nvGrpSpPr>
        <p:grpSpPr>
          <a:xfrm>
            <a:off x="172024" y="1163100"/>
            <a:ext cx="2377370" cy="415500"/>
            <a:chOff x="172024" y="1163100"/>
            <a:chExt cx="2377370" cy="415500"/>
          </a:xfrm>
        </p:grpSpPr>
        <p:sp>
          <p:nvSpPr>
            <p:cNvPr id="50" name="Google Shape;50;p3"/>
            <p:cNvSpPr txBox="1"/>
            <p:nvPr/>
          </p:nvSpPr>
          <p:spPr>
            <a:xfrm>
              <a:off x="290394" y="1163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1" name="Google Shape;51;p3"/>
            <p:cNvGrpSpPr/>
            <p:nvPr/>
          </p:nvGrpSpPr>
          <p:grpSpPr>
            <a:xfrm>
              <a:off x="172024" y="1269425"/>
              <a:ext cx="137818" cy="187200"/>
              <a:chOff x="507100" y="1997600"/>
              <a:chExt cx="158375" cy="187200"/>
            </a:xfrm>
          </p:grpSpPr>
          <p:sp>
            <p:nvSpPr>
              <p:cNvPr id="52" name="Google Shape;52;p3"/>
              <p:cNvSpPr/>
              <p:nvPr/>
            </p:nvSpPr>
            <p:spPr>
              <a:xfrm>
                <a:off x="529575" y="1997600"/>
                <a:ext cx="135900" cy="187200"/>
              </a:xfrm>
              <a:prstGeom prst="chevron">
                <a:avLst>
                  <a:gd name="adj" fmla="val 50000"/>
                </a:avLst>
              </a:prstGeom>
              <a:solidFill>
                <a:srgbClr val="4069D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 name="Google Shape;54;p3"/>
          <p:cNvGrpSpPr/>
          <p:nvPr/>
        </p:nvGrpSpPr>
        <p:grpSpPr>
          <a:xfrm>
            <a:off x="190349" y="3276183"/>
            <a:ext cx="2377370" cy="415500"/>
            <a:chOff x="190349" y="3030000"/>
            <a:chExt cx="2377370" cy="415500"/>
          </a:xfrm>
        </p:grpSpPr>
        <p:sp>
          <p:nvSpPr>
            <p:cNvPr id="55" name="Google Shape;55;p3"/>
            <p:cNvSpPr txBox="1"/>
            <p:nvPr/>
          </p:nvSpPr>
          <p:spPr>
            <a:xfrm>
              <a:off x="308719" y="30300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6" name="Google Shape;56;p3"/>
            <p:cNvGrpSpPr/>
            <p:nvPr/>
          </p:nvGrpSpPr>
          <p:grpSpPr>
            <a:xfrm>
              <a:off x="190349" y="3136325"/>
              <a:ext cx="137818" cy="187200"/>
              <a:chOff x="507100" y="1540400"/>
              <a:chExt cx="158375" cy="187200"/>
            </a:xfrm>
          </p:grpSpPr>
          <p:sp>
            <p:nvSpPr>
              <p:cNvPr id="57" name="Google Shape;57;p3"/>
              <p:cNvSpPr/>
              <p:nvPr/>
            </p:nvSpPr>
            <p:spPr>
              <a:xfrm>
                <a:off x="529575" y="1540400"/>
                <a:ext cx="135900" cy="187200"/>
              </a:xfrm>
              <a:prstGeom prst="chevron">
                <a:avLst>
                  <a:gd name="adj" fmla="val 50000"/>
                </a:avLst>
              </a:prstGeom>
              <a:solidFill>
                <a:srgbClr val="DB443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 name="Google Shape;59;p3"/>
          <p:cNvGrpSpPr/>
          <p:nvPr/>
        </p:nvGrpSpPr>
        <p:grpSpPr>
          <a:xfrm>
            <a:off x="172024" y="5389267"/>
            <a:ext cx="2377370" cy="415500"/>
            <a:chOff x="172024" y="5628475"/>
            <a:chExt cx="2377370" cy="415500"/>
          </a:xfrm>
        </p:grpSpPr>
        <p:sp>
          <p:nvSpPr>
            <p:cNvPr id="60" name="Google Shape;60;p3"/>
            <p:cNvSpPr txBox="1"/>
            <p:nvPr/>
          </p:nvSpPr>
          <p:spPr>
            <a:xfrm>
              <a:off x="290394" y="56284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61" name="Google Shape;61;p3"/>
            <p:cNvGrpSpPr/>
            <p:nvPr/>
          </p:nvGrpSpPr>
          <p:grpSpPr>
            <a:xfrm>
              <a:off x="172024" y="5734800"/>
              <a:ext cx="137818" cy="187200"/>
              <a:chOff x="507100" y="1997600"/>
              <a:chExt cx="158375" cy="187200"/>
            </a:xfrm>
          </p:grpSpPr>
          <p:sp>
            <p:nvSpPr>
              <p:cNvPr id="62" name="Google Shape;62;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4" name="Google Shape;64;p3"/>
          <p:cNvSpPr>
            <a:spLocks noGrp="1"/>
          </p:cNvSpPr>
          <p:nvPr>
            <p:ph type="pic" idx="2"/>
          </p:nvPr>
        </p:nvSpPr>
        <p:spPr>
          <a:xfrm>
            <a:off x="3204302" y="1086900"/>
            <a:ext cx="3460800" cy="2845500"/>
          </a:xfrm>
          <a:prstGeom prst="rect">
            <a:avLst/>
          </a:prstGeom>
          <a:noFill/>
          <a:ln w="19050" cap="flat" cmpd="sng">
            <a:solidFill>
              <a:srgbClr val="000000"/>
            </a:solidFill>
            <a:prstDash val="solid"/>
            <a:round/>
            <a:headEnd type="none" w="sm" len="sm"/>
            <a:tailEnd type="none" w="sm" len="sm"/>
          </a:ln>
        </p:spPr>
      </p:sp>
      <p:sp>
        <p:nvSpPr>
          <p:cNvPr id="65" name="Google Shape;65;p3"/>
          <p:cNvSpPr>
            <a:spLocks noGrp="1"/>
          </p:cNvSpPr>
          <p:nvPr>
            <p:ph type="pic" idx="3"/>
          </p:nvPr>
        </p:nvSpPr>
        <p:spPr>
          <a:xfrm>
            <a:off x="4469988" y="4518263"/>
            <a:ext cx="2453400" cy="2398200"/>
          </a:xfrm>
          <a:prstGeom prst="rect">
            <a:avLst/>
          </a:prstGeom>
          <a:noFill/>
          <a:ln w="19050" cap="flat" cmpd="sng">
            <a:solidFill>
              <a:srgbClr val="000000"/>
            </a:solidFill>
            <a:prstDash val="solid"/>
            <a:round/>
            <a:headEnd type="none" w="sm" len="sm"/>
            <a:tailEnd type="none" w="sm" len="sm"/>
          </a:ln>
        </p:spPr>
      </p:sp>
      <p:sp>
        <p:nvSpPr>
          <p:cNvPr id="66" name="Google Shape;66;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67" name="Google Shape;67;p3"/>
          <p:cNvSpPr txBox="1">
            <a:spLocks noGrp="1"/>
          </p:cNvSpPr>
          <p:nvPr>
            <p:ph type="title"/>
          </p:nvPr>
        </p:nvSpPr>
        <p:spPr>
          <a:xfrm>
            <a:off x="190350" y="11200"/>
            <a:ext cx="72909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8" name="Google Shape;68;p3"/>
          <p:cNvSpPr txBox="1">
            <a:spLocks noGrp="1"/>
          </p:cNvSpPr>
          <p:nvPr>
            <p:ph type="subTitle" idx="1"/>
          </p:nvPr>
        </p:nvSpPr>
        <p:spPr>
          <a:xfrm>
            <a:off x="2226300" y="513400"/>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69" name="Google Shape;69;p3"/>
          <p:cNvGrpSpPr/>
          <p:nvPr/>
        </p:nvGrpSpPr>
        <p:grpSpPr>
          <a:xfrm>
            <a:off x="86238" y="7502350"/>
            <a:ext cx="7599900" cy="2264100"/>
            <a:chOff x="86238" y="7502350"/>
            <a:chExt cx="7599900" cy="2264100"/>
          </a:xfrm>
        </p:grpSpPr>
        <p:sp>
          <p:nvSpPr>
            <p:cNvPr id="70" name="Google Shape;70;p3"/>
            <p:cNvSpPr/>
            <p:nvPr/>
          </p:nvSpPr>
          <p:spPr>
            <a:xfrm>
              <a:off x="86238" y="7502350"/>
              <a:ext cx="7599900" cy="2264100"/>
            </a:xfrm>
            <a:prstGeom prst="rect">
              <a:avLst/>
            </a:prstGeom>
            <a:noFill/>
            <a:ln w="38100"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 name="Google Shape;71;p3"/>
            <p:cNvGrpSpPr/>
            <p:nvPr/>
          </p:nvGrpSpPr>
          <p:grpSpPr>
            <a:xfrm>
              <a:off x="172024" y="7502355"/>
              <a:ext cx="6416871" cy="415500"/>
              <a:chOff x="172024" y="7502355"/>
              <a:chExt cx="6416871" cy="415500"/>
            </a:xfrm>
          </p:grpSpPr>
          <p:sp>
            <p:nvSpPr>
              <p:cNvPr id="72" name="Google Shape;72;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73" name="Google Shape;73;p3"/>
              <p:cNvGrpSpPr/>
              <p:nvPr/>
            </p:nvGrpSpPr>
            <p:grpSpPr>
              <a:xfrm>
                <a:off x="172024" y="7607808"/>
                <a:ext cx="137818" cy="187200"/>
                <a:chOff x="507100" y="1997600"/>
                <a:chExt cx="158375" cy="187200"/>
              </a:xfrm>
            </p:grpSpPr>
            <p:sp>
              <p:nvSpPr>
                <p:cNvPr id="74" name="Google Shape;74;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6" name="Google Shape;76;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77"/>
        <p:cNvGrpSpPr/>
        <p:nvPr/>
      </p:nvGrpSpPr>
      <p:grpSpPr>
        <a:xfrm>
          <a:off x="0" y="0"/>
          <a:ext cx="0" cy="0"/>
          <a:chOff x="0" y="0"/>
          <a:chExt cx="0" cy="0"/>
        </a:xfrm>
      </p:grpSpPr>
      <p:cxnSp>
        <p:nvCxnSpPr>
          <p:cNvPr id="78" name="Google Shape;7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79" name="Google Shape;79;p4"/>
          <p:cNvGrpSpPr/>
          <p:nvPr/>
        </p:nvGrpSpPr>
        <p:grpSpPr>
          <a:xfrm>
            <a:off x="404725" y="1681475"/>
            <a:ext cx="6908400" cy="72025"/>
            <a:chOff x="404725" y="1681475"/>
            <a:chExt cx="6908400" cy="72025"/>
          </a:xfrm>
        </p:grpSpPr>
        <p:cxnSp>
          <p:nvCxnSpPr>
            <p:cNvPr id="80" name="Google Shape;8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81" name="Google Shape;8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82" name="Google Shape;82;p4"/>
          <p:cNvCxnSpPr/>
          <p:nvPr/>
        </p:nvCxnSpPr>
        <p:spPr>
          <a:xfrm>
            <a:off x="7326238" y="311025"/>
            <a:ext cx="28200" cy="8777100"/>
          </a:xfrm>
          <a:prstGeom prst="straightConnector1">
            <a:avLst/>
          </a:prstGeom>
          <a:noFill/>
          <a:ln w="9525" cap="flat" cmpd="sng">
            <a:solidFill>
              <a:srgbClr val="B7B7B7"/>
            </a:solidFill>
            <a:prstDash val="solid"/>
            <a:round/>
            <a:headEnd type="none" w="med" len="med"/>
            <a:tailEnd type="none" w="med" len="med"/>
          </a:ln>
        </p:spPr>
      </p:cxnSp>
      <p:sp>
        <p:nvSpPr>
          <p:cNvPr id="83" name="Google Shape;83;p4"/>
          <p:cNvSpPr txBox="1">
            <a:spLocks noGrp="1"/>
          </p:cNvSpPr>
          <p:nvPr>
            <p:ph type="title"/>
          </p:nvPr>
        </p:nvSpPr>
        <p:spPr>
          <a:xfrm>
            <a:off x="404725" y="855800"/>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84" name="Google Shape;84;p4"/>
          <p:cNvSpPr txBox="1">
            <a:spLocks noGrp="1"/>
          </p:cNvSpPr>
          <p:nvPr>
            <p:ph type="subTitle" idx="1"/>
          </p:nvPr>
        </p:nvSpPr>
        <p:spPr>
          <a:xfrm>
            <a:off x="2249425" y="13604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85" name="Google Shape;85;p4"/>
          <p:cNvCxnSpPr/>
          <p:nvPr/>
        </p:nvCxnSpPr>
        <p:spPr>
          <a:xfrm rot="10800000">
            <a:off x="438150" y="35052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86" name="Google Shape;86;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87" name="Google Shape;87;p4"/>
          <p:cNvGrpSpPr/>
          <p:nvPr/>
        </p:nvGrpSpPr>
        <p:grpSpPr>
          <a:xfrm>
            <a:off x="417975" y="1885250"/>
            <a:ext cx="2357775" cy="410125"/>
            <a:chOff x="417975" y="1885250"/>
            <a:chExt cx="2357775" cy="410125"/>
          </a:xfrm>
        </p:grpSpPr>
        <p:sp>
          <p:nvSpPr>
            <p:cNvPr id="88" name="Google Shape;88;p4"/>
            <p:cNvSpPr/>
            <p:nvPr/>
          </p:nvSpPr>
          <p:spPr>
            <a:xfrm>
              <a:off x="417975" y="18852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rot="10800000">
              <a:off x="2236350" y="18858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446175" y="19053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rot="10800000">
              <a:off x="2198100" y="19060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4"/>
          <p:cNvGrpSpPr/>
          <p:nvPr/>
        </p:nvGrpSpPr>
        <p:grpSpPr>
          <a:xfrm>
            <a:off x="417975" y="3505200"/>
            <a:ext cx="2357775" cy="410125"/>
            <a:chOff x="265575" y="3352800"/>
            <a:chExt cx="2357775" cy="410125"/>
          </a:xfrm>
        </p:grpSpPr>
        <p:sp>
          <p:nvSpPr>
            <p:cNvPr id="93" name="Google Shape;93;p4"/>
            <p:cNvSpPr/>
            <p:nvPr/>
          </p:nvSpPr>
          <p:spPr>
            <a:xfrm>
              <a:off x="265575" y="33528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rot="10800000">
              <a:off x="2083950" y="33534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293775" y="33728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p:nvPr/>
          </p:nvSpPr>
          <p:spPr>
            <a:xfrm rot="10800000">
              <a:off x="2045700" y="33735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4"/>
          <p:cNvGrpSpPr/>
          <p:nvPr/>
        </p:nvGrpSpPr>
        <p:grpSpPr>
          <a:xfrm>
            <a:off x="3872113" y="3505200"/>
            <a:ext cx="2357775" cy="410125"/>
            <a:chOff x="3567313" y="3200400"/>
            <a:chExt cx="2357775" cy="410125"/>
          </a:xfrm>
        </p:grpSpPr>
        <p:sp>
          <p:nvSpPr>
            <p:cNvPr id="98" name="Google Shape;98;p4"/>
            <p:cNvSpPr/>
            <p:nvPr/>
          </p:nvSpPr>
          <p:spPr>
            <a:xfrm>
              <a:off x="3567313" y="32004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rot="10800000">
              <a:off x="5385688" y="32010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3595513" y="32204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rot="10800000">
              <a:off x="5347438" y="32211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4"/>
          <p:cNvGrpSpPr/>
          <p:nvPr/>
        </p:nvGrpSpPr>
        <p:grpSpPr>
          <a:xfrm>
            <a:off x="417963" y="6597750"/>
            <a:ext cx="2357775" cy="410125"/>
            <a:chOff x="-39237" y="6140550"/>
            <a:chExt cx="2357775" cy="410125"/>
          </a:xfrm>
        </p:grpSpPr>
        <p:sp>
          <p:nvSpPr>
            <p:cNvPr id="103" name="Google Shape;103;p4"/>
            <p:cNvSpPr/>
            <p:nvPr/>
          </p:nvSpPr>
          <p:spPr>
            <a:xfrm>
              <a:off x="-39237" y="61405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rot="10800000">
              <a:off x="1779138" y="61411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11037" y="61606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rot="10800000">
              <a:off x="1740888" y="61613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4"/>
          <p:cNvSpPr txBox="1"/>
          <p:nvPr/>
        </p:nvSpPr>
        <p:spPr>
          <a:xfrm>
            <a:off x="554500" y="1908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08" name="Google Shape;108;p4"/>
          <p:cNvSpPr txBox="1"/>
          <p:nvPr/>
        </p:nvSpPr>
        <p:spPr>
          <a:xfrm>
            <a:off x="623213" y="351016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09" name="Google Shape;109;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10" name="Google Shape;110;p4"/>
          <p:cNvSpPr txBox="1"/>
          <p:nvPr/>
        </p:nvSpPr>
        <p:spPr>
          <a:xfrm>
            <a:off x="4077338" y="3505200"/>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11" name="Google Shape;111;p4"/>
          <p:cNvSpPr txBox="1">
            <a:spLocks noGrp="1"/>
          </p:cNvSpPr>
          <p:nvPr>
            <p:ph type="body" idx="2"/>
          </p:nvPr>
        </p:nvSpPr>
        <p:spPr>
          <a:xfrm>
            <a:off x="413425" y="2320675"/>
            <a:ext cx="6896100" cy="10275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2" name="Google Shape;112;p4"/>
          <p:cNvSpPr txBox="1">
            <a:spLocks noGrp="1"/>
          </p:cNvSpPr>
          <p:nvPr>
            <p:ph type="body" idx="3"/>
          </p:nvPr>
        </p:nvSpPr>
        <p:spPr>
          <a:xfrm>
            <a:off x="438138" y="3915350"/>
            <a:ext cx="3108300" cy="23700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3" name="Google Shape;113;p4"/>
          <p:cNvSpPr txBox="1">
            <a:spLocks noGrp="1"/>
          </p:cNvSpPr>
          <p:nvPr>
            <p:ph type="body" idx="4"/>
          </p:nvPr>
        </p:nvSpPr>
        <p:spPr>
          <a:xfrm>
            <a:off x="438150" y="7050750"/>
            <a:ext cx="3108300" cy="22554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4" name="Google Shape;114;p4"/>
          <p:cNvSpPr txBox="1">
            <a:spLocks noGrp="1"/>
          </p:cNvSpPr>
          <p:nvPr>
            <p:ph type="body" idx="5"/>
          </p:nvPr>
        </p:nvSpPr>
        <p:spPr>
          <a:xfrm>
            <a:off x="3905525" y="4039263"/>
            <a:ext cx="3219000" cy="26043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5" name="Google Shape;115;p4"/>
          <p:cNvSpPr/>
          <p:nvPr/>
        </p:nvSpPr>
        <p:spPr>
          <a:xfrm>
            <a:off x="4138275" y="6767525"/>
            <a:ext cx="3172200" cy="2495700"/>
          </a:xfrm>
          <a:prstGeom prst="rect">
            <a:avLst/>
          </a:prstGeom>
          <a:solidFill>
            <a:srgbClr val="99999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txBox="1">
            <a:spLocks noGrp="1"/>
          </p:cNvSpPr>
          <p:nvPr>
            <p:ph type="subTitle" idx="6"/>
          </p:nvPr>
        </p:nvSpPr>
        <p:spPr>
          <a:xfrm>
            <a:off x="4183575" y="9228125"/>
            <a:ext cx="3086700" cy="285000"/>
          </a:xfrm>
          <a:prstGeom prst="rect">
            <a:avLst/>
          </a:prstGeom>
        </p:spPr>
        <p:txBody>
          <a:bodyPr spcFirstLastPara="1" wrap="square" lIns="91425" tIns="91425" rIns="91425" bIns="91425" anchor="t" anchorCtr="0">
            <a:normAutofit/>
          </a:bodyPr>
          <a:lstStyle>
            <a:lvl1pPr lvl="0" rtl="0">
              <a:spcBef>
                <a:spcPts val="0"/>
              </a:spcBef>
              <a:spcAft>
                <a:spcPts val="0"/>
              </a:spcAft>
              <a:buSzPts val="1100"/>
              <a:buNone/>
              <a:defRPr sz="1100" i="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 name="Google Shape;117;p4"/>
          <p:cNvSpPr>
            <a:spLocks noGrp="1"/>
          </p:cNvSpPr>
          <p:nvPr>
            <p:ph type="pic" idx="7"/>
          </p:nvPr>
        </p:nvSpPr>
        <p:spPr>
          <a:xfrm>
            <a:off x="4007763" y="6899688"/>
            <a:ext cx="3172200" cy="2357700"/>
          </a:xfrm>
          <a:prstGeom prst="rect">
            <a:avLst/>
          </a:prstGeom>
          <a:noFill/>
          <a:ln w="38100" cap="flat" cmpd="sng">
            <a:solidFill>
              <a:srgbClr val="000000"/>
            </a:solidFill>
            <a:prstDash val="solid"/>
            <a:round/>
            <a:headEnd type="none" w="sm" len="sm"/>
            <a:tailEnd type="none" w="sm" len="sm"/>
          </a:ln>
        </p:spPr>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18"/>
        <p:cNvGrpSpPr/>
        <p:nvPr/>
      </p:nvGrpSpPr>
      <p:grpSpPr>
        <a:xfrm>
          <a:off x="0" y="0"/>
          <a:ext cx="0" cy="0"/>
          <a:chOff x="0" y="0"/>
          <a:chExt cx="0" cy="0"/>
        </a:xfrm>
      </p:grpSpPr>
      <p:sp>
        <p:nvSpPr>
          <p:cNvPr id="119" name="Google Shape;11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20" name="Google Shape;12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21" name="Google Shape;121;p5"/>
          <p:cNvSpPr txBox="1">
            <a:spLocks noGrp="1"/>
          </p:cNvSpPr>
          <p:nvPr>
            <p:ph type="title"/>
          </p:nvPr>
        </p:nvSpPr>
        <p:spPr>
          <a:xfrm>
            <a:off x="432000" y="449725"/>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22" name="Google Shape;122;p5"/>
          <p:cNvSpPr txBox="1">
            <a:spLocks noGrp="1"/>
          </p:cNvSpPr>
          <p:nvPr>
            <p:ph type="subTitle" idx="1"/>
          </p:nvPr>
        </p:nvSpPr>
        <p:spPr>
          <a:xfrm>
            <a:off x="2276700" y="95192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23" name="Google Shape;123;p5"/>
          <p:cNvGrpSpPr/>
          <p:nvPr/>
        </p:nvGrpSpPr>
        <p:grpSpPr>
          <a:xfrm>
            <a:off x="95351" y="1392509"/>
            <a:ext cx="7581691" cy="5901"/>
            <a:chOff x="1890075" y="5241175"/>
            <a:chExt cx="4240556" cy="257700"/>
          </a:xfrm>
        </p:grpSpPr>
        <p:sp>
          <p:nvSpPr>
            <p:cNvPr id="124" name="Google Shape;124;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5" name="Google Shape;125;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6" name="Google Shape;126;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7" name="Google Shape;127;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28" name="Google Shape;128;p5"/>
          <p:cNvGrpSpPr/>
          <p:nvPr/>
        </p:nvGrpSpPr>
        <p:grpSpPr>
          <a:xfrm>
            <a:off x="95351" y="4542984"/>
            <a:ext cx="7581691" cy="5901"/>
            <a:chOff x="1890075" y="5241175"/>
            <a:chExt cx="4240556" cy="257700"/>
          </a:xfrm>
        </p:grpSpPr>
        <p:sp>
          <p:nvSpPr>
            <p:cNvPr id="129" name="Google Shape;129;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0" name="Google Shape;130;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1" name="Google Shape;131;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2" name="Google Shape;132;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33" name="Google Shape;133;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34" name="Google Shape;134;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35" name="Google Shape;135;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6" name="Google Shape;136;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7" name="Google Shape;137;p5"/>
          <p:cNvSpPr/>
          <p:nvPr/>
        </p:nvSpPr>
        <p:spPr>
          <a:xfrm>
            <a:off x="432000" y="74583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8" name="Google Shape;138;p5"/>
          <p:cNvGrpSpPr/>
          <p:nvPr/>
        </p:nvGrpSpPr>
        <p:grpSpPr>
          <a:xfrm>
            <a:off x="95351" y="7362159"/>
            <a:ext cx="7581691" cy="5901"/>
            <a:chOff x="1890075" y="5241175"/>
            <a:chExt cx="4240556" cy="257700"/>
          </a:xfrm>
        </p:grpSpPr>
        <p:sp>
          <p:nvSpPr>
            <p:cNvPr id="139" name="Google Shape;139;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0" name="Google Shape;140;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1" name="Google Shape;141;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2" name="Google Shape;142;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43" name="Google Shape;143;p5"/>
          <p:cNvSpPr>
            <a:spLocks noGrp="1"/>
          </p:cNvSpPr>
          <p:nvPr>
            <p:ph type="pic" idx="2"/>
          </p:nvPr>
        </p:nvSpPr>
        <p:spPr>
          <a:xfrm>
            <a:off x="4467025" y="4719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44"/>
        <p:cNvGrpSpPr/>
        <p:nvPr/>
      </p:nvGrpSpPr>
      <p:grpSpPr>
        <a:xfrm>
          <a:off x="0" y="0"/>
          <a:ext cx="0" cy="0"/>
          <a:chOff x="0" y="0"/>
          <a:chExt cx="0" cy="0"/>
        </a:xfrm>
      </p:grpSpPr>
      <p:sp>
        <p:nvSpPr>
          <p:cNvPr id="145" name="Google Shape;145;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46" name="Google Shape;146;p6"/>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47" name="Google Shape;147;p6"/>
          <p:cNvGrpSpPr/>
          <p:nvPr/>
        </p:nvGrpSpPr>
        <p:grpSpPr>
          <a:xfrm>
            <a:off x="-16250" y="9048087"/>
            <a:ext cx="7804900" cy="1072407"/>
            <a:chOff x="-19118" y="4617750"/>
            <a:chExt cx="9182236" cy="548378"/>
          </a:xfrm>
        </p:grpSpPr>
        <p:sp>
          <p:nvSpPr>
            <p:cNvPr id="148" name="Google Shape;14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49" name="Google Shape;14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5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56"/>
        <p:cNvGrpSpPr/>
        <p:nvPr/>
      </p:nvGrpSpPr>
      <p:grpSpPr>
        <a:xfrm>
          <a:off x="0" y="0"/>
          <a:ext cx="0" cy="0"/>
          <a:chOff x="0" y="0"/>
          <a:chExt cx="0" cy="0"/>
        </a:xfrm>
      </p:grpSpPr>
      <p:grpSp>
        <p:nvGrpSpPr>
          <p:cNvPr id="157" name="Google Shape;157;p9"/>
          <p:cNvGrpSpPr/>
          <p:nvPr/>
        </p:nvGrpSpPr>
        <p:grpSpPr>
          <a:xfrm>
            <a:off x="172055" y="1468890"/>
            <a:ext cx="7434543" cy="62982"/>
            <a:chOff x="1890075" y="5241175"/>
            <a:chExt cx="4240556" cy="257700"/>
          </a:xfrm>
        </p:grpSpPr>
        <p:sp>
          <p:nvSpPr>
            <p:cNvPr id="158" name="Google Shape;15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9" name="Google Shape;15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0" name="Google Shape;16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1" name="Google Shape;16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2" name="Google Shape;16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63" name="Google Shape;163;p9"/>
          <p:cNvGrpSpPr/>
          <p:nvPr/>
        </p:nvGrpSpPr>
        <p:grpSpPr>
          <a:xfrm>
            <a:off x="168930" y="2702615"/>
            <a:ext cx="7434543" cy="62982"/>
            <a:chOff x="1890075" y="5241175"/>
            <a:chExt cx="4240556" cy="257700"/>
          </a:xfrm>
        </p:grpSpPr>
        <p:sp>
          <p:nvSpPr>
            <p:cNvPr id="164" name="Google Shape;16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5" name="Google Shape;16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6" name="Google Shape;16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7" name="Google Shape;16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168" name="Google Shape;168;p9"/>
          <p:cNvCxnSpPr>
            <a:stCxn id="15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169" name="Google Shape;16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170" name="Google Shape;170;p9"/>
          <p:cNvGrpSpPr/>
          <p:nvPr/>
        </p:nvGrpSpPr>
        <p:grpSpPr>
          <a:xfrm>
            <a:off x="0" y="3413775"/>
            <a:ext cx="3530025" cy="746350"/>
            <a:chOff x="0" y="3156075"/>
            <a:chExt cx="3530025" cy="746350"/>
          </a:xfrm>
        </p:grpSpPr>
        <p:sp>
          <p:nvSpPr>
            <p:cNvPr id="171" name="Google Shape;17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2" name="Google Shape;17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73" name="Google Shape;173;p9"/>
          <p:cNvGrpSpPr/>
          <p:nvPr/>
        </p:nvGrpSpPr>
        <p:grpSpPr>
          <a:xfrm>
            <a:off x="3248850" y="2867100"/>
            <a:ext cx="4936034" cy="746350"/>
            <a:chOff x="0" y="3156075"/>
            <a:chExt cx="3530025" cy="746350"/>
          </a:xfrm>
        </p:grpSpPr>
        <p:sp>
          <p:nvSpPr>
            <p:cNvPr id="174" name="Google Shape;17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5" name="Google Shape;17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76" name="Google Shape;176;p9"/>
          <p:cNvGrpSpPr/>
          <p:nvPr/>
        </p:nvGrpSpPr>
        <p:grpSpPr>
          <a:xfrm>
            <a:off x="3248850" y="7166275"/>
            <a:ext cx="4936034" cy="746350"/>
            <a:chOff x="0" y="3156075"/>
            <a:chExt cx="3530025" cy="746350"/>
          </a:xfrm>
        </p:grpSpPr>
        <p:sp>
          <p:nvSpPr>
            <p:cNvPr id="177" name="Google Shape;17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8" name="Google Shape;17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79" name="Google Shape;17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180" name="Google Shape;18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181" name="Google Shape;18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182" name="Google Shape;182;p9"/>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83" name="Google Shape;183;p9"/>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184"/>
        <p:cNvGrpSpPr/>
        <p:nvPr/>
      </p:nvGrpSpPr>
      <p:grpSpPr>
        <a:xfrm>
          <a:off x="0" y="0"/>
          <a:ext cx="0" cy="0"/>
          <a:chOff x="0" y="0"/>
          <a:chExt cx="0" cy="0"/>
        </a:xfrm>
      </p:grpSpPr>
      <p:cxnSp>
        <p:nvCxnSpPr>
          <p:cNvPr id="185" name="Google Shape;185;p10"/>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186" name="Google Shape;186;p10"/>
          <p:cNvCxnSpPr>
            <a:stCxn id="187"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188" name="Google Shape;188;p10"/>
          <p:cNvGrpSpPr/>
          <p:nvPr/>
        </p:nvGrpSpPr>
        <p:grpSpPr>
          <a:xfrm>
            <a:off x="190320" y="900657"/>
            <a:ext cx="7581691" cy="5901"/>
            <a:chOff x="1890075" y="5241175"/>
            <a:chExt cx="4240556" cy="257700"/>
          </a:xfrm>
        </p:grpSpPr>
        <p:sp>
          <p:nvSpPr>
            <p:cNvPr id="187" name="Google Shape;187;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89" name="Google Shape;189;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0" name="Google Shape;190;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1" name="Google Shape;191;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92" name="Google Shape;192;p10"/>
          <p:cNvGrpSpPr/>
          <p:nvPr/>
        </p:nvGrpSpPr>
        <p:grpSpPr>
          <a:xfrm>
            <a:off x="190320" y="931759"/>
            <a:ext cx="7581691" cy="5901"/>
            <a:chOff x="1890075" y="5241175"/>
            <a:chExt cx="4240556" cy="257700"/>
          </a:xfrm>
        </p:grpSpPr>
        <p:sp>
          <p:nvSpPr>
            <p:cNvPr id="193" name="Google Shape;193;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4" name="Google Shape;194;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5" name="Google Shape;195;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6" name="Google Shape;196;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97" name="Google Shape;197;p10"/>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198" name="Google Shape;198;p10"/>
          <p:cNvSpPr txBox="1"/>
          <p:nvPr/>
        </p:nvSpPr>
        <p:spPr>
          <a:xfrm>
            <a:off x="490594" y="10869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199" name="Google Shape;199;p10"/>
          <p:cNvGrpSpPr/>
          <p:nvPr/>
        </p:nvGrpSpPr>
        <p:grpSpPr>
          <a:xfrm>
            <a:off x="372224" y="1193225"/>
            <a:ext cx="137818" cy="187200"/>
            <a:chOff x="507100" y="1997600"/>
            <a:chExt cx="158375" cy="187200"/>
          </a:xfrm>
        </p:grpSpPr>
        <p:sp>
          <p:nvSpPr>
            <p:cNvPr id="200" name="Google Shape;200;p10"/>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0"/>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 name="Google Shape;202;p10"/>
          <p:cNvSpPr txBox="1"/>
          <p:nvPr/>
        </p:nvSpPr>
        <p:spPr>
          <a:xfrm>
            <a:off x="3314919" y="10869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03" name="Google Shape;203;p10"/>
          <p:cNvGrpSpPr/>
          <p:nvPr/>
        </p:nvGrpSpPr>
        <p:grpSpPr>
          <a:xfrm>
            <a:off x="3196549" y="1193225"/>
            <a:ext cx="137818" cy="187200"/>
            <a:chOff x="507100" y="1997600"/>
            <a:chExt cx="158375" cy="187200"/>
          </a:xfrm>
        </p:grpSpPr>
        <p:sp>
          <p:nvSpPr>
            <p:cNvPr id="204" name="Google Shape;204;p10"/>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0"/>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 name="Google Shape;206;p10"/>
          <p:cNvSpPr txBox="1"/>
          <p:nvPr/>
        </p:nvSpPr>
        <p:spPr>
          <a:xfrm>
            <a:off x="3314919" y="3910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07" name="Google Shape;207;p10"/>
          <p:cNvGrpSpPr/>
          <p:nvPr/>
        </p:nvGrpSpPr>
        <p:grpSpPr>
          <a:xfrm>
            <a:off x="3196549" y="4016425"/>
            <a:ext cx="137818" cy="187200"/>
            <a:chOff x="507100" y="1997600"/>
            <a:chExt cx="158375" cy="187200"/>
          </a:xfrm>
        </p:grpSpPr>
        <p:sp>
          <p:nvSpPr>
            <p:cNvPr id="208" name="Google Shape;208;p10"/>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0"/>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10"/>
          <p:cNvGrpSpPr/>
          <p:nvPr/>
        </p:nvGrpSpPr>
        <p:grpSpPr>
          <a:xfrm>
            <a:off x="172050" y="4643025"/>
            <a:ext cx="2852450" cy="2183285"/>
            <a:chOff x="404700" y="4541500"/>
            <a:chExt cx="2852450" cy="2183285"/>
          </a:xfrm>
        </p:grpSpPr>
        <p:sp>
          <p:nvSpPr>
            <p:cNvPr id="211" name="Google Shape;211;p10"/>
            <p:cNvSpPr/>
            <p:nvPr/>
          </p:nvSpPr>
          <p:spPr>
            <a:xfrm>
              <a:off x="404700" y="4574127"/>
              <a:ext cx="2758200" cy="2148000"/>
            </a:xfrm>
            <a:prstGeom prst="rect">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0"/>
            <p:cNvSpPr/>
            <p:nvPr/>
          </p:nvSpPr>
          <p:spPr>
            <a:xfrm>
              <a:off x="452450" y="4614885"/>
              <a:ext cx="2804700" cy="21099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0"/>
            <p:cNvSpPr txBox="1"/>
            <p:nvPr/>
          </p:nvSpPr>
          <p:spPr>
            <a:xfrm>
              <a:off x="643125" y="4541500"/>
              <a:ext cx="25959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sp>
          <p:nvSpPr>
            <p:cNvPr id="214" name="Google Shape;214;p10"/>
            <p:cNvSpPr/>
            <p:nvPr/>
          </p:nvSpPr>
          <p:spPr>
            <a:xfrm>
              <a:off x="529575" y="4663612"/>
              <a:ext cx="135900" cy="2004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0"/>
            <p:cNvSpPr/>
            <p:nvPr/>
          </p:nvSpPr>
          <p:spPr>
            <a:xfrm>
              <a:off x="507100" y="4684392"/>
              <a:ext cx="135900" cy="1569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 name="Google Shape;216;p10"/>
          <p:cNvSpPr/>
          <p:nvPr/>
        </p:nvSpPr>
        <p:spPr>
          <a:xfrm>
            <a:off x="3668950" y="6615125"/>
            <a:ext cx="3184200" cy="249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0"/>
          <p:cNvSpPr/>
          <p:nvPr/>
        </p:nvSpPr>
        <p:spPr>
          <a:xfrm>
            <a:off x="1043125" y="7288425"/>
            <a:ext cx="2573100" cy="22614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a:spLocks noGrp="1"/>
          </p:cNvSpPr>
          <p:nvPr>
            <p:ph type="pic" idx="2"/>
          </p:nvPr>
        </p:nvSpPr>
        <p:spPr>
          <a:xfrm>
            <a:off x="3681075" y="6466100"/>
            <a:ext cx="3035400" cy="2495700"/>
          </a:xfrm>
          <a:prstGeom prst="rect">
            <a:avLst/>
          </a:prstGeom>
          <a:noFill/>
          <a:ln w="19050" cap="flat" cmpd="sng">
            <a:solidFill>
              <a:srgbClr val="000000"/>
            </a:solidFill>
            <a:prstDash val="solid"/>
            <a:round/>
            <a:headEnd type="none" w="sm" len="sm"/>
            <a:tailEnd type="none" w="sm" len="sm"/>
          </a:ln>
        </p:spPr>
      </p:sp>
      <p:sp>
        <p:nvSpPr>
          <p:cNvPr id="219" name="Google Shape;219;p10"/>
          <p:cNvSpPr>
            <a:spLocks noGrp="1"/>
          </p:cNvSpPr>
          <p:nvPr>
            <p:ph type="pic" idx="3"/>
          </p:nvPr>
        </p:nvSpPr>
        <p:spPr>
          <a:xfrm>
            <a:off x="1162700" y="7044000"/>
            <a:ext cx="2453400" cy="2398200"/>
          </a:xfrm>
          <a:prstGeom prst="rect">
            <a:avLst/>
          </a:prstGeom>
          <a:noFill/>
          <a:ln w="19050" cap="flat" cmpd="sng">
            <a:solidFill>
              <a:srgbClr val="000000"/>
            </a:solidFill>
            <a:prstDash val="solid"/>
            <a:round/>
            <a:headEnd type="none" w="sm" len="sm"/>
            <a:tailEnd type="none" w="sm" len="sm"/>
          </a:ln>
        </p:spPr>
      </p:sp>
      <p:sp>
        <p:nvSpPr>
          <p:cNvPr id="220" name="Google Shape;220;p10"/>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21" name="Google Shape;221;p10"/>
          <p:cNvSpPr txBox="1">
            <a:spLocks noGrp="1"/>
          </p:cNvSpPr>
          <p:nvPr>
            <p:ph type="title"/>
          </p:nvPr>
        </p:nvSpPr>
        <p:spPr>
          <a:xfrm>
            <a:off x="190350" y="11200"/>
            <a:ext cx="72909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222" name="Google Shape;222;p10"/>
          <p:cNvSpPr txBox="1">
            <a:spLocks noGrp="1"/>
          </p:cNvSpPr>
          <p:nvPr>
            <p:ph type="subTitle" idx="1"/>
          </p:nvPr>
        </p:nvSpPr>
        <p:spPr>
          <a:xfrm>
            <a:off x="2226300" y="513400"/>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223"/>
        <p:cNvGrpSpPr/>
        <p:nvPr/>
      </p:nvGrpSpPr>
      <p:grpSpPr>
        <a:xfrm>
          <a:off x="0" y="0"/>
          <a:ext cx="0" cy="0"/>
          <a:chOff x="0" y="0"/>
          <a:chExt cx="0" cy="0"/>
        </a:xfrm>
      </p:grpSpPr>
      <p:sp>
        <p:nvSpPr>
          <p:cNvPr id="224" name="Google Shape;224;p11"/>
          <p:cNvSpPr txBox="1">
            <a:spLocks noGrp="1"/>
          </p:cNvSpPr>
          <p:nvPr>
            <p:ph type="body" idx="1"/>
          </p:nvPr>
        </p:nvSpPr>
        <p:spPr>
          <a:xfrm>
            <a:off x="438138" y="4143950"/>
            <a:ext cx="3108300" cy="2370000"/>
          </a:xfrm>
          <a:prstGeom prst="rect">
            <a:avLst/>
          </a:prstGeom>
        </p:spPr>
        <p:txBody>
          <a:bodyPr spcFirstLastPara="1" wrap="square" lIns="5715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25" name="Google Shape;225;p11"/>
          <p:cNvSpPr txBox="1">
            <a:spLocks noGrp="1"/>
          </p:cNvSpPr>
          <p:nvPr>
            <p:ph type="body" idx="2"/>
          </p:nvPr>
        </p:nvSpPr>
        <p:spPr>
          <a:xfrm>
            <a:off x="413425" y="1939675"/>
            <a:ext cx="6896100" cy="1027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cxnSp>
        <p:nvCxnSpPr>
          <p:cNvPr id="226" name="Google Shape;226;p11"/>
          <p:cNvCxnSpPr/>
          <p:nvPr/>
        </p:nvCxnSpPr>
        <p:spPr>
          <a:xfrm>
            <a:off x="417975" y="1623150"/>
            <a:ext cx="0" cy="8461500"/>
          </a:xfrm>
          <a:prstGeom prst="straightConnector1">
            <a:avLst/>
          </a:prstGeom>
          <a:noFill/>
          <a:ln w="9525" cap="flat" cmpd="sng">
            <a:solidFill>
              <a:srgbClr val="B7B7B7"/>
            </a:solidFill>
            <a:prstDash val="solid"/>
            <a:round/>
            <a:headEnd type="none" w="med" len="med"/>
            <a:tailEnd type="none" w="med" len="med"/>
          </a:ln>
        </p:spPr>
      </p:cxnSp>
      <p:grpSp>
        <p:nvGrpSpPr>
          <p:cNvPr id="227" name="Google Shape;227;p11"/>
          <p:cNvGrpSpPr/>
          <p:nvPr/>
        </p:nvGrpSpPr>
        <p:grpSpPr>
          <a:xfrm>
            <a:off x="404725" y="1529075"/>
            <a:ext cx="6908400" cy="72025"/>
            <a:chOff x="404725" y="1681475"/>
            <a:chExt cx="6908400" cy="72025"/>
          </a:xfrm>
        </p:grpSpPr>
        <p:cxnSp>
          <p:nvCxnSpPr>
            <p:cNvPr id="228" name="Google Shape;228;p11"/>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229" name="Google Shape;229;p11"/>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230" name="Google Shape;230;p11"/>
          <p:cNvCxnSpPr/>
          <p:nvPr/>
        </p:nvCxnSpPr>
        <p:spPr>
          <a:xfrm>
            <a:off x="7313125" y="1593600"/>
            <a:ext cx="0" cy="8520600"/>
          </a:xfrm>
          <a:prstGeom prst="straightConnector1">
            <a:avLst/>
          </a:prstGeom>
          <a:noFill/>
          <a:ln w="9525" cap="flat" cmpd="sng">
            <a:solidFill>
              <a:srgbClr val="B7B7B7"/>
            </a:solidFill>
            <a:prstDash val="solid"/>
            <a:round/>
            <a:headEnd type="none" w="med" len="med"/>
            <a:tailEnd type="none" w="med" len="med"/>
          </a:ln>
        </p:spPr>
      </p:cxnSp>
      <p:sp>
        <p:nvSpPr>
          <p:cNvPr id="231" name="Google Shape;231;p11"/>
          <p:cNvSpPr txBox="1">
            <a:spLocks noGrp="1"/>
          </p:cNvSpPr>
          <p:nvPr>
            <p:ph type="title"/>
          </p:nvPr>
        </p:nvSpPr>
        <p:spPr>
          <a:xfrm>
            <a:off x="404725" y="246200"/>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232" name="Google Shape;232;p11"/>
          <p:cNvSpPr txBox="1">
            <a:spLocks noGrp="1"/>
          </p:cNvSpPr>
          <p:nvPr>
            <p:ph type="subTitle" idx="3"/>
          </p:nvPr>
        </p:nvSpPr>
        <p:spPr>
          <a:xfrm>
            <a:off x="2249425" y="827075"/>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cxnSp>
        <p:nvCxnSpPr>
          <p:cNvPr id="233" name="Google Shape;233;p11"/>
          <p:cNvCxnSpPr/>
          <p:nvPr/>
        </p:nvCxnSpPr>
        <p:spPr>
          <a:xfrm rot="10800000">
            <a:off x="438150" y="35052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234" name="Google Shape;234;p11"/>
          <p:cNvCxnSpPr/>
          <p:nvPr/>
        </p:nvCxnSpPr>
        <p:spPr>
          <a:xfrm>
            <a:off x="3886200" y="3534350"/>
            <a:ext cx="0" cy="6566700"/>
          </a:xfrm>
          <a:prstGeom prst="straightConnector1">
            <a:avLst/>
          </a:prstGeom>
          <a:noFill/>
          <a:ln w="9525" cap="flat" cmpd="sng">
            <a:solidFill>
              <a:srgbClr val="B7B7B7"/>
            </a:solidFill>
            <a:prstDash val="solid"/>
            <a:round/>
            <a:headEnd type="none" w="med" len="med"/>
            <a:tailEnd type="none" w="med" len="med"/>
          </a:ln>
        </p:spPr>
      </p:cxnSp>
      <p:grpSp>
        <p:nvGrpSpPr>
          <p:cNvPr id="235" name="Google Shape;235;p11"/>
          <p:cNvGrpSpPr/>
          <p:nvPr/>
        </p:nvGrpSpPr>
        <p:grpSpPr>
          <a:xfrm>
            <a:off x="417975" y="1732850"/>
            <a:ext cx="2357775" cy="410125"/>
            <a:chOff x="417975" y="1885250"/>
            <a:chExt cx="2357775" cy="410125"/>
          </a:xfrm>
        </p:grpSpPr>
        <p:sp>
          <p:nvSpPr>
            <p:cNvPr id="236" name="Google Shape;236;p11"/>
            <p:cNvSpPr/>
            <p:nvPr/>
          </p:nvSpPr>
          <p:spPr>
            <a:xfrm>
              <a:off x="417975" y="1885250"/>
              <a:ext cx="2020800" cy="410100"/>
            </a:xfrm>
            <a:prstGeom prst="rect">
              <a:avLst/>
            </a:prstGeom>
            <a:solidFill>
              <a:schemeClr val="dk2"/>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rot="10800000">
              <a:off x="2236350" y="1885875"/>
              <a:ext cx="539400" cy="409500"/>
            </a:xfrm>
            <a:prstGeom prst="chevron">
              <a:avLst>
                <a:gd name="adj" fmla="val 50000"/>
              </a:avLst>
            </a:prstGeom>
            <a:solidFill>
              <a:schemeClr val="dk2"/>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1"/>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11"/>
          <p:cNvGrpSpPr/>
          <p:nvPr/>
        </p:nvGrpSpPr>
        <p:grpSpPr>
          <a:xfrm>
            <a:off x="417975" y="3505200"/>
            <a:ext cx="2357775" cy="410125"/>
            <a:chOff x="265575" y="3352800"/>
            <a:chExt cx="2357775" cy="410125"/>
          </a:xfrm>
        </p:grpSpPr>
        <p:sp>
          <p:nvSpPr>
            <p:cNvPr id="241" name="Google Shape;241;p11"/>
            <p:cNvSpPr/>
            <p:nvPr/>
          </p:nvSpPr>
          <p:spPr>
            <a:xfrm>
              <a:off x="265575" y="3352800"/>
              <a:ext cx="2020800" cy="410100"/>
            </a:xfrm>
            <a:prstGeom prst="rect">
              <a:avLst/>
            </a:prstGeom>
            <a:solidFill>
              <a:schemeClr val="dk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rot="10800000">
              <a:off x="2083950" y="3353425"/>
              <a:ext cx="539400" cy="409500"/>
            </a:xfrm>
            <a:prstGeom prst="chevron">
              <a:avLst>
                <a:gd name="adj" fmla="val 50000"/>
              </a:avLst>
            </a:prstGeom>
            <a:solidFill>
              <a:schemeClr val="dk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1"/>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 name="Google Shape;245;p11"/>
          <p:cNvGrpSpPr/>
          <p:nvPr/>
        </p:nvGrpSpPr>
        <p:grpSpPr>
          <a:xfrm>
            <a:off x="3872044" y="3505200"/>
            <a:ext cx="2747987" cy="410125"/>
            <a:chOff x="3567313" y="3200400"/>
            <a:chExt cx="2357775" cy="410125"/>
          </a:xfrm>
        </p:grpSpPr>
        <p:sp>
          <p:nvSpPr>
            <p:cNvPr id="246" name="Google Shape;246;p11"/>
            <p:cNvSpPr/>
            <p:nvPr/>
          </p:nvSpPr>
          <p:spPr>
            <a:xfrm>
              <a:off x="3567313" y="3200400"/>
              <a:ext cx="2020800" cy="410100"/>
            </a:xfrm>
            <a:prstGeom prst="rect">
              <a:avLst/>
            </a:prstGeom>
            <a:solidFill>
              <a:schemeClr val="dk2"/>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rot="10800000">
              <a:off x="5385688" y="3201025"/>
              <a:ext cx="539400" cy="409500"/>
            </a:xfrm>
            <a:prstGeom prst="chevron">
              <a:avLst>
                <a:gd name="adj" fmla="val 50000"/>
              </a:avLst>
            </a:prstGeom>
            <a:solidFill>
              <a:schemeClr val="dk2"/>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 name="Google Shape;250;p11"/>
          <p:cNvGrpSpPr/>
          <p:nvPr/>
        </p:nvGrpSpPr>
        <p:grpSpPr>
          <a:xfrm>
            <a:off x="417963" y="7359750"/>
            <a:ext cx="2357775" cy="410125"/>
            <a:chOff x="-39237" y="6140550"/>
            <a:chExt cx="2357775" cy="410125"/>
          </a:xfrm>
        </p:grpSpPr>
        <p:sp>
          <p:nvSpPr>
            <p:cNvPr id="251" name="Google Shape;251;p11"/>
            <p:cNvSpPr/>
            <p:nvPr/>
          </p:nvSpPr>
          <p:spPr>
            <a:xfrm>
              <a:off x="-39237" y="6140550"/>
              <a:ext cx="2020800" cy="410100"/>
            </a:xfrm>
            <a:prstGeom prst="rect">
              <a:avLst/>
            </a:prstGeom>
            <a:solidFill>
              <a:schemeClr val="dk2"/>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rot="10800000">
              <a:off x="1779138" y="6141175"/>
              <a:ext cx="539400" cy="409500"/>
            </a:xfrm>
            <a:prstGeom prst="chevron">
              <a:avLst>
                <a:gd name="adj" fmla="val 50000"/>
              </a:avLst>
            </a:prstGeom>
            <a:solidFill>
              <a:schemeClr val="dk2"/>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1"/>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5" name="Google Shape;255;p11"/>
          <p:cNvSpPr txBox="1"/>
          <p:nvPr/>
        </p:nvSpPr>
        <p:spPr>
          <a:xfrm>
            <a:off x="402100" y="17561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256" name="Google Shape;256;p11"/>
          <p:cNvSpPr txBox="1"/>
          <p:nvPr/>
        </p:nvSpPr>
        <p:spPr>
          <a:xfrm>
            <a:off x="476200" y="35051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257" name="Google Shape;257;p11"/>
          <p:cNvSpPr txBox="1"/>
          <p:nvPr/>
        </p:nvSpPr>
        <p:spPr>
          <a:xfrm>
            <a:off x="476188" y="7364700"/>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258" name="Google Shape;258;p11"/>
          <p:cNvSpPr txBox="1"/>
          <p:nvPr/>
        </p:nvSpPr>
        <p:spPr>
          <a:xfrm>
            <a:off x="3848750" y="35052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259" name="Google Shape;259;p11"/>
          <p:cNvSpPr txBox="1">
            <a:spLocks noGrp="1"/>
          </p:cNvSpPr>
          <p:nvPr>
            <p:ph type="body" idx="4"/>
          </p:nvPr>
        </p:nvSpPr>
        <p:spPr>
          <a:xfrm>
            <a:off x="438150" y="7812750"/>
            <a:ext cx="3108300" cy="2255400"/>
          </a:xfrm>
          <a:prstGeom prst="rect">
            <a:avLst/>
          </a:prstGeom>
        </p:spPr>
        <p:txBody>
          <a:bodyPr spcFirstLastPara="1" wrap="square" lIns="5715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0" name="Google Shape;260;p11"/>
          <p:cNvSpPr txBox="1">
            <a:spLocks noGrp="1"/>
          </p:cNvSpPr>
          <p:nvPr>
            <p:ph type="body" idx="5"/>
          </p:nvPr>
        </p:nvSpPr>
        <p:spPr>
          <a:xfrm>
            <a:off x="3905525" y="4267863"/>
            <a:ext cx="3219000" cy="2604300"/>
          </a:xfrm>
          <a:prstGeom prst="rect">
            <a:avLst/>
          </a:prstGeom>
        </p:spPr>
        <p:txBody>
          <a:bodyPr spcFirstLastPara="1" wrap="square" lIns="5715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1" name="Google Shape;261;p11"/>
          <p:cNvSpPr txBox="1">
            <a:spLocks noGrp="1"/>
          </p:cNvSpPr>
          <p:nvPr>
            <p:ph type="subTitle" idx="6"/>
          </p:nvPr>
        </p:nvSpPr>
        <p:spPr>
          <a:xfrm>
            <a:off x="4183575" y="9228125"/>
            <a:ext cx="3086700" cy="285000"/>
          </a:xfrm>
          <a:prstGeom prst="rect">
            <a:avLst/>
          </a:prstGeom>
        </p:spPr>
        <p:txBody>
          <a:bodyPr spcFirstLastPara="1" wrap="square" lIns="91425" tIns="91425" rIns="91425" bIns="91425" anchor="t" anchorCtr="0">
            <a:normAutofit/>
          </a:bodyPr>
          <a:lstStyle>
            <a:lvl1pPr lvl="0">
              <a:spcBef>
                <a:spcPts val="0"/>
              </a:spcBef>
              <a:spcAft>
                <a:spcPts val="0"/>
              </a:spcAft>
              <a:buSzPts val="1100"/>
              <a:buNone/>
              <a:defRPr sz="1100" i="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11"/>
          <p:cNvSpPr>
            <a:spLocks noGrp="1"/>
          </p:cNvSpPr>
          <p:nvPr>
            <p:ph type="pic" idx="7"/>
          </p:nvPr>
        </p:nvSpPr>
        <p:spPr>
          <a:xfrm>
            <a:off x="4007763" y="6899688"/>
            <a:ext cx="3172200" cy="2357700"/>
          </a:xfrm>
          <a:prstGeom prst="rect">
            <a:avLst/>
          </a:prstGeom>
          <a:noFill/>
          <a:ln w="38100" cap="flat" cmpd="sng">
            <a:solidFill>
              <a:srgbClr val="000000"/>
            </a:solidFill>
            <a:prstDash val="solid"/>
            <a:round/>
            <a:headEnd type="none" w="sm" len="sm"/>
            <a:tailEnd type="none" w="sm" len="sm"/>
          </a:ln>
        </p:spPr>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263"/>
        <p:cNvGrpSpPr/>
        <p:nvPr/>
      </p:nvGrpSpPr>
      <p:grpSpPr>
        <a:xfrm>
          <a:off x="0" y="0"/>
          <a:ext cx="0" cy="0"/>
          <a:chOff x="0" y="0"/>
          <a:chExt cx="0" cy="0"/>
        </a:xfrm>
      </p:grpSpPr>
      <p:sp>
        <p:nvSpPr>
          <p:cNvPr id="264" name="Google Shape;264;p12"/>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265" name="Google Shape;265;p12"/>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266" name="Google Shape;266;p12"/>
          <p:cNvSpPr txBox="1">
            <a:spLocks noGrp="1"/>
          </p:cNvSpPr>
          <p:nvPr>
            <p:ph type="title"/>
          </p:nvPr>
        </p:nvSpPr>
        <p:spPr>
          <a:xfrm>
            <a:off x="432000" y="449725"/>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267" name="Google Shape;267;p12"/>
          <p:cNvSpPr txBox="1">
            <a:spLocks noGrp="1"/>
          </p:cNvSpPr>
          <p:nvPr>
            <p:ph type="subTitle" idx="1"/>
          </p:nvPr>
        </p:nvSpPr>
        <p:spPr>
          <a:xfrm>
            <a:off x="2276700" y="951925"/>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grpSp>
        <p:nvGrpSpPr>
          <p:cNvPr id="268" name="Google Shape;268;p12"/>
          <p:cNvGrpSpPr/>
          <p:nvPr/>
        </p:nvGrpSpPr>
        <p:grpSpPr>
          <a:xfrm>
            <a:off x="95351" y="1392509"/>
            <a:ext cx="7581691" cy="5901"/>
            <a:chOff x="1890075" y="5241175"/>
            <a:chExt cx="4240556" cy="257700"/>
          </a:xfrm>
        </p:grpSpPr>
        <p:sp>
          <p:nvSpPr>
            <p:cNvPr id="269" name="Google Shape;269;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0" name="Google Shape;270;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1" name="Google Shape;271;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2" name="Google Shape;272;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3" name="Google Shape;273;p12"/>
          <p:cNvGrpSpPr/>
          <p:nvPr/>
        </p:nvGrpSpPr>
        <p:grpSpPr>
          <a:xfrm>
            <a:off x="95351" y="4542984"/>
            <a:ext cx="7581691" cy="5901"/>
            <a:chOff x="1890075" y="5241175"/>
            <a:chExt cx="4240556" cy="257700"/>
          </a:xfrm>
        </p:grpSpPr>
        <p:sp>
          <p:nvSpPr>
            <p:cNvPr id="274" name="Google Shape;274;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5" name="Google Shape;275;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6" name="Google Shape;276;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7" name="Google Shape;277;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78" name="Google Shape;278;p12"/>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279" name="Google Shape;279;p12"/>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280" name="Google Shape;280;p12"/>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281" name="Google Shape;281;p12"/>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282" name="Google Shape;282;p12"/>
          <p:cNvSpPr/>
          <p:nvPr/>
        </p:nvSpPr>
        <p:spPr>
          <a:xfrm>
            <a:off x="432000" y="76869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283" name="Google Shape;283;p12"/>
          <p:cNvGrpSpPr/>
          <p:nvPr/>
        </p:nvGrpSpPr>
        <p:grpSpPr>
          <a:xfrm>
            <a:off x="95351" y="7514559"/>
            <a:ext cx="7581691" cy="5901"/>
            <a:chOff x="1890075" y="5241175"/>
            <a:chExt cx="4240556" cy="257700"/>
          </a:xfrm>
        </p:grpSpPr>
        <p:sp>
          <p:nvSpPr>
            <p:cNvPr id="284" name="Google Shape;284;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85" name="Google Shape;285;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86" name="Google Shape;286;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87" name="Google Shape;287;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88" name="Google Shape;288;p12"/>
          <p:cNvSpPr>
            <a:spLocks noGrp="1"/>
          </p:cNvSpPr>
          <p:nvPr>
            <p:ph type="pic" idx="2"/>
          </p:nvPr>
        </p:nvSpPr>
        <p:spPr>
          <a:xfrm>
            <a:off x="4467025" y="4719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289"/>
        <p:cNvGrpSpPr/>
        <p:nvPr/>
      </p:nvGrpSpPr>
      <p:grpSpPr>
        <a:xfrm>
          <a:off x="0" y="0"/>
          <a:ext cx="0" cy="0"/>
          <a:chOff x="0" y="0"/>
          <a:chExt cx="0" cy="0"/>
        </a:xfrm>
      </p:grpSpPr>
      <p:sp>
        <p:nvSpPr>
          <p:cNvPr id="290" name="Google Shape;290;p13"/>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291" name="Google Shape;291;p13"/>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292" name="Google Shape;292;p13"/>
          <p:cNvGrpSpPr/>
          <p:nvPr/>
        </p:nvGrpSpPr>
        <p:grpSpPr>
          <a:xfrm>
            <a:off x="-16250" y="9048087"/>
            <a:ext cx="7804900" cy="1072407"/>
            <a:chOff x="-19118" y="4617750"/>
            <a:chExt cx="9182236" cy="548378"/>
          </a:xfrm>
        </p:grpSpPr>
        <p:sp>
          <p:nvSpPr>
            <p:cNvPr id="293" name="Google Shape;293;p13"/>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294" name="Google Shape;294;p13"/>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29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53" name="Google Shape;15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54" name="Google Shape;15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55" name="Google Shape;15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15"/>
          <p:cNvSpPr txBox="1"/>
          <p:nvPr/>
        </p:nvSpPr>
        <p:spPr>
          <a:xfrm>
            <a:off x="4247488" y="6935775"/>
            <a:ext cx="3080100" cy="562800"/>
          </a:xfrm>
          <a:prstGeom prst="rect">
            <a:avLst/>
          </a:prstGeom>
          <a:noFill/>
          <a:ln>
            <a:noFill/>
          </a:ln>
        </p:spPr>
        <p:txBody>
          <a:bodyPr spcFirstLastPara="1" wrap="square" lIns="91425" tIns="91425" rIns="91425" bIns="91425" anchor="t" anchorCtr="0">
            <a:noAutofit/>
          </a:bodyPr>
          <a:lstStyle/>
          <a:p>
            <a:pPr marL="0" lvl="0" indent="0" algn="ctr" rtl="0">
              <a:lnSpc>
                <a:spcPct val="85000"/>
              </a:lnSpc>
              <a:spcBef>
                <a:spcPts val="0"/>
              </a:spcBef>
              <a:spcAft>
                <a:spcPts val="0"/>
              </a:spcAft>
              <a:buSzPts val="770"/>
              <a:buNone/>
            </a:pPr>
            <a:endParaRPr sz="1000" i="1">
              <a:solidFill>
                <a:srgbClr val="000000"/>
              </a:solidFill>
              <a:latin typeface="Google Sans"/>
              <a:ea typeface="Google Sans"/>
              <a:cs typeface="Google Sans"/>
              <a:sym typeface="Google Sans"/>
            </a:endParaRPr>
          </a:p>
        </p:txBody>
      </p:sp>
      <p:sp>
        <p:nvSpPr>
          <p:cNvPr id="301" name="Google Shape;301;p15"/>
          <p:cNvSpPr txBox="1"/>
          <p:nvPr/>
        </p:nvSpPr>
        <p:spPr>
          <a:xfrm>
            <a:off x="4160763" y="6838600"/>
            <a:ext cx="3000000" cy="367800"/>
          </a:xfrm>
          <a:prstGeom prst="rect">
            <a:avLst/>
          </a:prstGeom>
          <a:noFill/>
          <a:ln>
            <a:noFill/>
          </a:ln>
        </p:spPr>
        <p:txBody>
          <a:bodyPr spcFirstLastPara="1" wrap="square" lIns="91425" tIns="91425" rIns="91425" bIns="91425" anchor="t" anchorCtr="0">
            <a:spAutoFit/>
          </a:bodyPr>
          <a:lstStyle/>
          <a:p>
            <a:pPr marL="0" lvl="0" indent="0" algn="ctr" rtl="0">
              <a:lnSpc>
                <a:spcPct val="85000"/>
              </a:lnSpc>
              <a:spcBef>
                <a:spcPts val="0"/>
              </a:spcBef>
              <a:spcAft>
                <a:spcPts val="0"/>
              </a:spcAft>
              <a:buNone/>
            </a:pPr>
            <a:endParaRPr b="1"/>
          </a:p>
        </p:txBody>
      </p:sp>
      <p:sp>
        <p:nvSpPr>
          <p:cNvPr id="302" name="Google Shape;302;p15"/>
          <p:cNvSpPr txBox="1"/>
          <p:nvPr/>
        </p:nvSpPr>
        <p:spPr>
          <a:xfrm>
            <a:off x="404725" y="2126238"/>
            <a:ext cx="6862500" cy="132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100">
                <a:solidFill>
                  <a:schemeClr val="dk1"/>
                </a:solidFill>
                <a:latin typeface="Roboto"/>
                <a:ea typeface="Roboto"/>
                <a:cs typeface="Roboto"/>
                <a:sym typeface="Roboto"/>
              </a:rPr>
              <a:t>The Waze data team is currently developing a data analytics project aimed at increasing overall growth by preventing monthly user churn on the Waze app. For the purposes of this project, churn quantifies the number of users who have uninstalled the Waze app or stopped using the app. Binomial logistic regression models typically offer flexibility and predictive power, which can be used to inform larger business decisions. Our team sought to build one from the data provided for this project. </a:t>
            </a:r>
            <a:r>
              <a:rPr lang="en" sz="1100" b="1">
                <a:solidFill>
                  <a:schemeClr val="dk1"/>
                </a:solidFill>
                <a:latin typeface="Roboto"/>
                <a:ea typeface="Roboto"/>
                <a:cs typeface="Roboto"/>
                <a:sym typeface="Roboto"/>
              </a:rPr>
              <a:t>This report offers details and key insights from Milestone 5, which impact the future development of the overall project. </a:t>
            </a:r>
            <a:endParaRPr sz="1100">
              <a:solidFill>
                <a:schemeClr val="dk1"/>
              </a:solidFill>
              <a:latin typeface="Roboto"/>
              <a:ea typeface="Roboto"/>
              <a:cs typeface="Roboto"/>
              <a:sym typeface="Roboto"/>
            </a:endParaRPr>
          </a:p>
        </p:txBody>
      </p:sp>
      <p:sp>
        <p:nvSpPr>
          <p:cNvPr id="303" name="Google Shape;303;p15"/>
          <p:cNvSpPr txBox="1"/>
          <p:nvPr/>
        </p:nvSpPr>
        <p:spPr>
          <a:xfrm>
            <a:off x="4326300" y="5195775"/>
            <a:ext cx="258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Google Sans"/>
              <a:ea typeface="Google Sans"/>
              <a:cs typeface="Google Sans"/>
              <a:sym typeface="Google Sans"/>
            </a:endParaRPr>
          </a:p>
        </p:txBody>
      </p:sp>
      <p:grpSp>
        <p:nvGrpSpPr>
          <p:cNvPr id="304" name="Google Shape;304;p15"/>
          <p:cNvGrpSpPr/>
          <p:nvPr/>
        </p:nvGrpSpPr>
        <p:grpSpPr>
          <a:xfrm>
            <a:off x="438150" y="3973875"/>
            <a:ext cx="3415500" cy="3276632"/>
            <a:chOff x="438150" y="3745275"/>
            <a:chExt cx="3415500" cy="3276632"/>
          </a:xfrm>
        </p:grpSpPr>
        <p:sp>
          <p:nvSpPr>
            <p:cNvPr id="305" name="Google Shape;305;p15"/>
            <p:cNvSpPr txBox="1"/>
            <p:nvPr/>
          </p:nvSpPr>
          <p:spPr>
            <a:xfrm>
              <a:off x="438150" y="3745275"/>
              <a:ext cx="3415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Roboto"/>
                  <a:ea typeface="Roboto"/>
                  <a:cs typeface="Roboto"/>
                  <a:sym typeface="Roboto"/>
                </a:rPr>
                <a:t>Milestone 5 - Regression Modeling  </a:t>
              </a:r>
              <a:endParaRPr sz="1200" b="1">
                <a:latin typeface="Roboto"/>
                <a:ea typeface="Roboto"/>
                <a:cs typeface="Roboto"/>
                <a:sym typeface="Roboto"/>
              </a:endParaRPr>
            </a:p>
          </p:txBody>
        </p:sp>
        <p:sp>
          <p:nvSpPr>
            <p:cNvPr id="306" name="Google Shape;306;p15"/>
            <p:cNvSpPr txBox="1"/>
            <p:nvPr/>
          </p:nvSpPr>
          <p:spPr>
            <a:xfrm>
              <a:off x="482325" y="4038407"/>
              <a:ext cx="3224100" cy="2983500"/>
            </a:xfrm>
            <a:prstGeom prst="rect">
              <a:avLst/>
            </a:prstGeom>
            <a:noFill/>
            <a:ln>
              <a:noFill/>
            </a:ln>
          </p:spPr>
          <p:txBody>
            <a:bodyPr spcFirstLastPara="1" wrap="square" lIns="91425" tIns="91425" rIns="91425" bIns="91425" anchor="t" anchorCtr="0">
              <a:spAutoFit/>
            </a:bodyPr>
            <a:lstStyle/>
            <a:p>
              <a:pPr marL="257175" lvl="0" indent="-314325" algn="l" rtl="0">
                <a:lnSpc>
                  <a:spcPct val="100000"/>
                </a:lnSpc>
                <a:spcBef>
                  <a:spcPts val="0"/>
                </a:spcBef>
                <a:spcAft>
                  <a:spcPts val="0"/>
                </a:spcAft>
                <a:buNone/>
              </a:pPr>
              <a:r>
                <a:rPr lang="en" sz="1500" dirty="0">
                  <a:solidFill>
                    <a:schemeClr val="dk1"/>
                  </a:solidFill>
                </a:rPr>
                <a:t>🎯 </a:t>
              </a:r>
              <a:r>
                <a:rPr lang="en" sz="1200" b="1" dirty="0">
                  <a:solidFill>
                    <a:schemeClr val="dk1"/>
                  </a:solidFill>
                  <a:latin typeface="Roboto"/>
                  <a:ea typeface="Roboto"/>
                  <a:cs typeface="Roboto"/>
                  <a:sym typeface="Roboto"/>
                </a:rPr>
                <a:t>Target Goal:</a:t>
              </a:r>
              <a:r>
                <a:rPr lang="en" sz="1200" dirty="0">
                  <a:solidFill>
                    <a:schemeClr val="dk1"/>
                  </a:solidFill>
                  <a:latin typeface="Roboto"/>
                  <a:ea typeface="Roboto"/>
                  <a:cs typeface="Roboto"/>
                  <a:sym typeface="Roboto"/>
                </a:rPr>
                <a:t> </a:t>
              </a:r>
              <a:r>
                <a:rPr lang="en" sz="1100" dirty="0">
                  <a:solidFill>
                    <a:schemeClr val="dk1"/>
                  </a:solidFill>
                  <a:latin typeface="Roboto"/>
                  <a:ea typeface="Roboto"/>
                  <a:cs typeface="Roboto"/>
                  <a:sym typeface="Roboto"/>
                </a:rPr>
                <a:t>Apply user data to build and analyze a binomial logistic regression model.</a:t>
              </a:r>
              <a:endParaRPr sz="1100" dirty="0">
                <a:solidFill>
                  <a:schemeClr val="dk1"/>
                </a:solidFill>
                <a:latin typeface="Roboto"/>
                <a:ea typeface="Roboto"/>
                <a:cs typeface="Roboto"/>
                <a:sym typeface="Roboto"/>
              </a:endParaRPr>
            </a:p>
            <a:p>
              <a:pPr marL="257175" lvl="0" indent="-314325" algn="l" rtl="0">
                <a:lnSpc>
                  <a:spcPct val="100000"/>
                </a:lnSpc>
                <a:spcBef>
                  <a:spcPts val="700"/>
                </a:spcBef>
                <a:spcAft>
                  <a:spcPts val="0"/>
                </a:spcAft>
                <a:buNone/>
              </a:pPr>
              <a:r>
                <a:rPr lang="en" sz="1500" dirty="0">
                  <a:solidFill>
                    <a:schemeClr val="dk1"/>
                  </a:solidFill>
                </a:rPr>
                <a:t>🎯</a:t>
              </a:r>
              <a:r>
                <a:rPr lang="en" sz="1200" dirty="0">
                  <a:solidFill>
                    <a:schemeClr val="dk1"/>
                  </a:solidFill>
                </a:rPr>
                <a:t> </a:t>
              </a:r>
              <a:r>
                <a:rPr lang="en" sz="1200" b="1" dirty="0">
                  <a:solidFill>
                    <a:schemeClr val="dk1"/>
                  </a:solidFill>
                  <a:latin typeface="Roboto"/>
                  <a:ea typeface="Roboto"/>
                  <a:cs typeface="Roboto"/>
                  <a:sym typeface="Roboto"/>
                </a:rPr>
                <a:t>Methods:</a:t>
              </a:r>
              <a:r>
                <a:rPr lang="en" sz="1200" dirty="0">
                  <a:solidFill>
                    <a:schemeClr val="dk1"/>
                  </a:solidFill>
                  <a:latin typeface="Roboto"/>
                  <a:ea typeface="Roboto"/>
                  <a:cs typeface="Roboto"/>
                  <a:sym typeface="Roboto"/>
                </a:rPr>
                <a:t> </a:t>
              </a:r>
              <a:endParaRPr sz="1200" dirty="0">
                <a:solidFill>
                  <a:schemeClr val="dk1"/>
                </a:solidFill>
                <a:latin typeface="Roboto"/>
                <a:ea typeface="Roboto"/>
                <a:cs typeface="Roboto"/>
                <a:sym typeface="Roboto"/>
              </a:endParaRPr>
            </a:p>
            <a:p>
              <a:pPr marL="457200" lvl="0" indent="-184150" algn="l" rtl="0">
                <a:lnSpc>
                  <a:spcPct val="100000"/>
                </a:lnSpc>
                <a:spcBef>
                  <a:spcPts val="500"/>
                </a:spcBef>
                <a:spcAft>
                  <a:spcPts val="0"/>
                </a:spcAft>
                <a:buClr>
                  <a:schemeClr val="dk1"/>
                </a:buClr>
                <a:buSzPts val="1100"/>
                <a:buFont typeface="Roboto"/>
                <a:buChar char="●"/>
              </a:pPr>
              <a:r>
                <a:rPr lang="en" sz="1100" dirty="0">
                  <a:solidFill>
                    <a:schemeClr val="dk1"/>
                  </a:solidFill>
                  <a:latin typeface="Roboto"/>
                  <a:ea typeface="Roboto"/>
                  <a:cs typeface="Roboto"/>
                  <a:sym typeface="Roboto"/>
                </a:rPr>
                <a:t>Created features of interest to the stakeholders and business scenario</a:t>
              </a:r>
              <a:endParaRPr sz="1100" dirty="0">
                <a:solidFill>
                  <a:schemeClr val="dk1"/>
                </a:solidFill>
                <a:latin typeface="Roboto"/>
                <a:ea typeface="Roboto"/>
                <a:cs typeface="Roboto"/>
                <a:sym typeface="Roboto"/>
              </a:endParaRPr>
            </a:p>
            <a:p>
              <a:pPr marL="457200" lvl="0" indent="-184150" algn="l" rtl="0">
                <a:lnSpc>
                  <a:spcPct val="100000"/>
                </a:lnSpc>
                <a:spcBef>
                  <a:spcPts val="0"/>
                </a:spcBef>
                <a:spcAft>
                  <a:spcPts val="0"/>
                </a:spcAft>
                <a:buClr>
                  <a:schemeClr val="dk1"/>
                </a:buClr>
                <a:buSzPts val="1100"/>
                <a:buFont typeface="Roboto"/>
                <a:buChar char="●"/>
              </a:pPr>
              <a:r>
                <a:rPr lang="en" sz="1100" dirty="0">
                  <a:solidFill>
                    <a:schemeClr val="dk1"/>
                  </a:solidFill>
                  <a:latin typeface="Roboto"/>
                  <a:ea typeface="Roboto"/>
                  <a:cs typeface="Roboto"/>
                  <a:sym typeface="Roboto"/>
                </a:rPr>
                <a:t>Assessed features for multicollinearity</a:t>
              </a:r>
              <a:endParaRPr sz="1100" dirty="0">
                <a:solidFill>
                  <a:schemeClr val="dk1"/>
                </a:solidFill>
                <a:latin typeface="Roboto"/>
                <a:ea typeface="Roboto"/>
                <a:cs typeface="Roboto"/>
                <a:sym typeface="Roboto"/>
              </a:endParaRPr>
            </a:p>
            <a:p>
              <a:pPr marL="457200" lvl="0" indent="-184150" algn="l" rtl="0">
                <a:lnSpc>
                  <a:spcPct val="100000"/>
                </a:lnSpc>
                <a:spcBef>
                  <a:spcPts val="0"/>
                </a:spcBef>
                <a:spcAft>
                  <a:spcPts val="0"/>
                </a:spcAft>
                <a:buClr>
                  <a:schemeClr val="dk1"/>
                </a:buClr>
                <a:buSzPts val="1100"/>
                <a:buFont typeface="Roboto"/>
                <a:buChar char="●"/>
              </a:pPr>
              <a:r>
                <a:rPr lang="en" sz="1100" dirty="0">
                  <a:solidFill>
                    <a:schemeClr val="dk1"/>
                  </a:solidFill>
                  <a:latin typeface="Roboto"/>
                  <a:ea typeface="Roboto"/>
                  <a:cs typeface="Roboto"/>
                  <a:sym typeface="Roboto"/>
                </a:rPr>
                <a:t>Built the regression model</a:t>
              </a:r>
              <a:endParaRPr sz="1100" dirty="0">
                <a:solidFill>
                  <a:schemeClr val="dk1"/>
                </a:solidFill>
                <a:latin typeface="Roboto"/>
                <a:ea typeface="Roboto"/>
                <a:cs typeface="Roboto"/>
                <a:sym typeface="Roboto"/>
              </a:endParaRPr>
            </a:p>
            <a:p>
              <a:pPr marL="457200" lvl="0" indent="-184150" algn="l" rtl="0">
                <a:lnSpc>
                  <a:spcPct val="100000"/>
                </a:lnSpc>
                <a:spcBef>
                  <a:spcPts val="0"/>
                </a:spcBef>
                <a:spcAft>
                  <a:spcPts val="0"/>
                </a:spcAft>
                <a:buClr>
                  <a:schemeClr val="dk1"/>
                </a:buClr>
                <a:buSzPts val="1100"/>
                <a:buFont typeface="Roboto"/>
                <a:buChar char="●"/>
              </a:pPr>
              <a:r>
                <a:rPr lang="en" sz="1100" dirty="0">
                  <a:solidFill>
                    <a:schemeClr val="dk1"/>
                  </a:solidFill>
                  <a:latin typeface="Roboto"/>
                  <a:ea typeface="Roboto"/>
                  <a:cs typeface="Roboto"/>
                  <a:sym typeface="Roboto"/>
                </a:rPr>
                <a:t>Evaluated model performance </a:t>
              </a:r>
              <a:endParaRPr sz="1100" dirty="0">
                <a:solidFill>
                  <a:schemeClr val="dk1"/>
                </a:solidFill>
                <a:latin typeface="Roboto"/>
                <a:ea typeface="Roboto"/>
                <a:cs typeface="Roboto"/>
                <a:sym typeface="Roboto"/>
              </a:endParaRPr>
            </a:p>
            <a:p>
              <a:pPr marL="257175" lvl="0" indent="-314325" algn="l" rtl="0">
                <a:lnSpc>
                  <a:spcPct val="100000"/>
                </a:lnSpc>
                <a:spcBef>
                  <a:spcPts val="700"/>
                </a:spcBef>
                <a:spcAft>
                  <a:spcPts val="500"/>
                </a:spcAft>
                <a:buNone/>
              </a:pPr>
              <a:r>
                <a:rPr lang="en" sz="1500" dirty="0">
                  <a:solidFill>
                    <a:schemeClr val="dk1"/>
                  </a:solidFill>
                </a:rPr>
                <a:t>🎯</a:t>
              </a:r>
              <a:r>
                <a:rPr lang="en" sz="1200" dirty="0">
                  <a:solidFill>
                    <a:schemeClr val="dk1"/>
                  </a:solidFill>
                </a:rPr>
                <a:t> </a:t>
              </a:r>
              <a:r>
                <a:rPr lang="en" sz="1200" b="1" dirty="0">
                  <a:solidFill>
                    <a:schemeClr val="dk1"/>
                  </a:solidFill>
                  <a:latin typeface="Roboto"/>
                  <a:ea typeface="Roboto"/>
                  <a:cs typeface="Roboto"/>
                  <a:sym typeface="Roboto"/>
                </a:rPr>
                <a:t>Impact:</a:t>
              </a:r>
              <a:r>
                <a:rPr lang="en" sz="1100" dirty="0">
                  <a:solidFill>
                    <a:schemeClr val="dk1"/>
                  </a:solidFill>
                  <a:latin typeface="Roboto"/>
                  <a:ea typeface="Roboto"/>
                  <a:cs typeface="Roboto"/>
                  <a:sym typeface="Roboto"/>
                </a:rPr>
                <a:t> With enough data, binomial logistic regression model results can reveal important variable relationships and predict binary outcomes, which can inform decisions for marketing and product development, for example. </a:t>
              </a:r>
              <a:endParaRPr sz="1100" dirty="0">
                <a:solidFill>
                  <a:schemeClr val="dk1"/>
                </a:solidFill>
                <a:latin typeface="Roboto"/>
                <a:ea typeface="Roboto"/>
                <a:cs typeface="Roboto"/>
                <a:sym typeface="Roboto"/>
              </a:endParaRPr>
            </a:p>
          </p:txBody>
        </p:sp>
      </p:grpSp>
      <p:sp>
        <p:nvSpPr>
          <p:cNvPr id="307" name="Google Shape;307;p15"/>
          <p:cNvSpPr txBox="1"/>
          <p:nvPr/>
        </p:nvSpPr>
        <p:spPr>
          <a:xfrm>
            <a:off x="3853525" y="6589499"/>
            <a:ext cx="3354900" cy="3367275"/>
          </a:xfrm>
          <a:prstGeom prst="rect">
            <a:avLst/>
          </a:prstGeom>
          <a:noFill/>
          <a:ln>
            <a:noFill/>
          </a:ln>
        </p:spPr>
        <p:txBody>
          <a:bodyPr spcFirstLastPara="1" wrap="square" lIns="91425" tIns="91425" rIns="91425" bIns="91425" anchor="t" anchorCtr="0">
            <a:noAutofit/>
          </a:bodyPr>
          <a:lstStyle/>
          <a:p>
            <a:pPr marL="142875" lvl="0" indent="-184150" algn="l" rtl="0">
              <a:lnSpc>
                <a:spcPct val="100000"/>
              </a:lnSpc>
              <a:spcBef>
                <a:spcPts val="0"/>
              </a:spcBef>
              <a:spcAft>
                <a:spcPts val="0"/>
              </a:spcAft>
              <a:buClr>
                <a:schemeClr val="dk1"/>
              </a:buClr>
              <a:buSzPts val="1100"/>
              <a:buFont typeface="Roboto"/>
              <a:buChar char="●"/>
            </a:pPr>
            <a:r>
              <a:rPr lang="en-IN" sz="1100" b="1" dirty="0">
                <a:latin typeface="Roboto"/>
                <a:ea typeface="Roboto"/>
                <a:cs typeface="Roboto"/>
                <a:sym typeface="Roboto"/>
              </a:rPr>
              <a:t>Significant Predictor: </a:t>
            </a:r>
            <a:r>
              <a:rPr lang="en-IN" sz="1100" dirty="0">
                <a:latin typeface="Roboto"/>
                <a:ea typeface="Roboto"/>
                <a:cs typeface="Roboto"/>
                <a:sym typeface="Roboto"/>
              </a:rPr>
              <a:t>Activity Days was identified as a strong predictor in the model.</a:t>
            </a:r>
          </a:p>
          <a:p>
            <a:pPr marL="142875" indent="-184150">
              <a:buClr>
                <a:schemeClr val="dk1"/>
              </a:buClr>
              <a:buSzPts val="1100"/>
              <a:buFont typeface="Roboto"/>
              <a:buChar char="●"/>
            </a:pPr>
            <a:r>
              <a:rPr lang="en-US" sz="1100" b="1" dirty="0"/>
              <a:t>Precision vs. Recall:</a:t>
            </a:r>
            <a:r>
              <a:rPr lang="en-US" sz="1100" dirty="0"/>
              <a:t> The model shows better precision than recall, meaning that when it predicts a user will churn, it's more likely to be correct, but it misses a large number of actual churners (false negatives).</a:t>
            </a:r>
          </a:p>
          <a:p>
            <a:pPr marL="142875" lvl="0" indent="-184150">
              <a:buClr>
                <a:schemeClr val="dk1"/>
              </a:buClr>
              <a:buSzPts val="1100"/>
              <a:buFont typeface="Roboto"/>
              <a:buChar char="●"/>
            </a:pPr>
            <a:r>
              <a:rPr lang="en-IN" sz="1100" dirty="0">
                <a:latin typeface="Roboto"/>
                <a:ea typeface="Roboto"/>
                <a:cs typeface="Roboto"/>
                <a:sym typeface="Roboto"/>
              </a:rPr>
              <a:t>.</a:t>
            </a:r>
            <a:r>
              <a:rPr lang="en-US" sz="1100" b="1" dirty="0"/>
              <a:t> Impact of Data Preparation:</a:t>
            </a:r>
            <a:r>
              <a:rPr lang="en-US" sz="1100" dirty="0"/>
              <a:t> Steps like handling missing values, imputing outliers based on the 95th percentile, and addressing multicollinearity by dropping highly correlated features were crucial in preparing the data for modeling</a:t>
            </a:r>
            <a:endParaRPr lang="en-IN" sz="1100" dirty="0">
              <a:latin typeface="Roboto"/>
              <a:ea typeface="Roboto"/>
              <a:cs typeface="Roboto"/>
              <a:sym typeface="Roboto"/>
            </a:endParaRPr>
          </a:p>
          <a:p>
            <a:pPr marL="142875" lvl="0" indent="-184150" algn="l" rtl="0">
              <a:lnSpc>
                <a:spcPct val="100000"/>
              </a:lnSpc>
              <a:spcBef>
                <a:spcPts val="0"/>
              </a:spcBef>
              <a:spcAft>
                <a:spcPts val="0"/>
              </a:spcAft>
              <a:buClr>
                <a:schemeClr val="dk1"/>
              </a:buClr>
              <a:buSzPts val="1100"/>
              <a:buFont typeface="Roboto"/>
              <a:buChar char="●"/>
            </a:pPr>
            <a:r>
              <a:rPr lang="en-IN" sz="1100" b="1" dirty="0">
                <a:latin typeface="Roboto"/>
                <a:ea typeface="Roboto"/>
                <a:cs typeface="Roboto"/>
                <a:sym typeface="Roboto"/>
              </a:rPr>
              <a:t>Engineered feature utility: </a:t>
            </a:r>
            <a:r>
              <a:rPr lang="en-IN" sz="1100" dirty="0">
                <a:latin typeface="Roboto"/>
                <a:ea typeface="Roboto"/>
                <a:cs typeface="Roboto"/>
                <a:sym typeface="Roboto"/>
              </a:rPr>
              <a:t>The professional driver feature created through feature engineering, showed a noticeable difference in churn rates between the two groups, suggesting its value as a predictor.</a:t>
            </a:r>
            <a:endParaRPr lang="en-IN" sz="1100" b="1" dirty="0">
              <a:latin typeface="Roboto"/>
              <a:ea typeface="Roboto"/>
              <a:cs typeface="Roboto"/>
              <a:sym typeface="Roboto"/>
            </a:endParaRPr>
          </a:p>
        </p:txBody>
      </p:sp>
      <p:sp>
        <p:nvSpPr>
          <p:cNvPr id="308" name="Google Shape;308;p15"/>
          <p:cNvSpPr txBox="1"/>
          <p:nvPr/>
        </p:nvSpPr>
        <p:spPr>
          <a:xfrm>
            <a:off x="404725" y="7798200"/>
            <a:ext cx="3448800" cy="2385238"/>
          </a:xfrm>
          <a:prstGeom prst="rect">
            <a:avLst/>
          </a:prstGeom>
          <a:noFill/>
          <a:ln>
            <a:noFill/>
          </a:ln>
        </p:spPr>
        <p:txBody>
          <a:bodyPr spcFirstLastPara="1" wrap="square" lIns="91425" tIns="91425" rIns="91425" bIns="91425" anchor="t" anchorCtr="0">
            <a:spAutoFit/>
          </a:bodyPr>
          <a:lstStyle/>
          <a:p>
            <a:r>
              <a:rPr lang="en-US" sz="1100" b="1" dirty="0"/>
              <a:t>Gather More Data:</a:t>
            </a:r>
            <a:r>
              <a:rPr lang="en-US" sz="1100" dirty="0"/>
              <a:t> As mentioned in the previous steps, if there are other data points that could be relevant to user behavior and churn Waze should consider collecting this information for future analysis and model improvement.</a:t>
            </a:r>
          </a:p>
          <a:p>
            <a:r>
              <a:rPr lang="en-US" sz="1100" b="1" dirty="0"/>
              <a:t>Consider the Cost of False Negatives and False Positives:</a:t>
            </a:r>
            <a:r>
              <a:rPr lang="en-US" sz="1100" dirty="0"/>
              <a:t> Waze should evaluate the business implications of false negatives versus false positives This evaluation can help inform decisions about how to use the model's predictions and if adjustments are needed to prioritize precision or recall.</a:t>
            </a:r>
          </a:p>
          <a:p>
            <a:endParaRPr lang="en-US" sz="1100" dirty="0"/>
          </a:p>
          <a:p>
            <a:pPr marL="101600">
              <a:buClr>
                <a:schemeClr val="dk1"/>
              </a:buClr>
              <a:buSzPts val="1100"/>
            </a:pPr>
            <a:endParaRPr lang="en-US" sz="1100" dirty="0"/>
          </a:p>
        </p:txBody>
      </p:sp>
      <p:sp>
        <p:nvSpPr>
          <p:cNvPr id="309" name="Google Shape;309;p15"/>
          <p:cNvSpPr txBox="1">
            <a:spLocks noGrp="1"/>
          </p:cNvSpPr>
          <p:nvPr>
            <p:ph type="title"/>
          </p:nvPr>
        </p:nvSpPr>
        <p:spPr>
          <a:xfrm>
            <a:off x="343700" y="664425"/>
            <a:ext cx="7290900" cy="38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1600" b="1"/>
              <a:t>User Churn Project | Regression Modeling Results </a:t>
            </a:r>
            <a:endParaRPr/>
          </a:p>
        </p:txBody>
      </p:sp>
      <p:sp>
        <p:nvSpPr>
          <p:cNvPr id="310" name="Google Shape;310;p15"/>
          <p:cNvSpPr txBox="1"/>
          <p:nvPr/>
        </p:nvSpPr>
        <p:spPr>
          <a:xfrm>
            <a:off x="343700" y="989700"/>
            <a:ext cx="375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200"/>
              </a:spcAft>
              <a:buNone/>
            </a:pPr>
            <a:r>
              <a:rPr lang="en">
                <a:solidFill>
                  <a:schemeClr val="dk1"/>
                </a:solidFill>
                <a:latin typeface="Roboto"/>
                <a:ea typeface="Roboto"/>
                <a:cs typeface="Roboto"/>
                <a:sym typeface="Roboto"/>
              </a:rPr>
              <a:t>Prepared for: Waze Leadership Team</a:t>
            </a:r>
            <a:endParaRPr>
              <a:solidFill>
                <a:schemeClr val="dk1"/>
              </a:solidFill>
              <a:latin typeface="Roboto"/>
              <a:ea typeface="Roboto"/>
              <a:cs typeface="Roboto"/>
              <a:sym typeface="Roboto"/>
            </a:endParaRPr>
          </a:p>
        </p:txBody>
      </p:sp>
      <p:pic>
        <p:nvPicPr>
          <p:cNvPr id="311" name="Google Shape;311;p15"/>
          <p:cNvPicPr preferRelativeResize="0"/>
          <p:nvPr/>
        </p:nvPicPr>
        <p:blipFill>
          <a:blip r:embed="rId3">
            <a:alphaModFix/>
          </a:blip>
          <a:stretch>
            <a:fillRect/>
          </a:stretch>
        </p:blipFill>
        <p:spPr>
          <a:xfrm>
            <a:off x="5687569" y="101625"/>
            <a:ext cx="1947034" cy="562800"/>
          </a:xfrm>
          <a:prstGeom prst="rect">
            <a:avLst/>
          </a:prstGeom>
          <a:noFill/>
          <a:ln>
            <a:noFill/>
          </a:ln>
        </p:spPr>
      </p:pic>
      <p:pic>
        <p:nvPicPr>
          <p:cNvPr id="312" name="Google Shape;312;p15"/>
          <p:cNvPicPr preferRelativeResize="0"/>
          <p:nvPr/>
        </p:nvPicPr>
        <p:blipFill>
          <a:blip r:embed="rId4">
            <a:alphaModFix/>
          </a:blip>
          <a:stretch>
            <a:fillRect/>
          </a:stretch>
        </p:blipFill>
        <p:spPr>
          <a:xfrm>
            <a:off x="4247494" y="4063448"/>
            <a:ext cx="2581501" cy="2165453"/>
          </a:xfrm>
          <a:prstGeom prst="rect">
            <a:avLst/>
          </a:prstGeom>
          <a:noFill/>
          <a:ln>
            <a:noFill/>
          </a:ln>
        </p:spPr>
      </p:pic>
      <p:sp>
        <p:nvSpPr>
          <p:cNvPr id="313" name="Google Shape;313;p15"/>
          <p:cNvSpPr txBox="1"/>
          <p:nvPr/>
        </p:nvSpPr>
        <p:spPr>
          <a:xfrm>
            <a:off x="4564750" y="6111975"/>
            <a:ext cx="1947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latin typeface="Google Sans"/>
                <a:ea typeface="Google Sans"/>
                <a:cs typeface="Google Sans"/>
                <a:sym typeface="Google Sans"/>
              </a:rPr>
              <a:t>Note:</a:t>
            </a:r>
            <a:r>
              <a:rPr lang="en" sz="800">
                <a:latin typeface="Google Sans"/>
                <a:ea typeface="Google Sans"/>
                <a:cs typeface="Google Sans"/>
                <a:sym typeface="Google Sans"/>
              </a:rPr>
              <a:t> 1 = churned and 0 = retained</a:t>
            </a:r>
            <a:endParaRPr sz="800">
              <a:latin typeface="Google Sans"/>
              <a:ea typeface="Google Sans"/>
              <a:cs typeface="Google Sans"/>
              <a:sym typeface="Google Sans"/>
            </a:endParaRPr>
          </a:p>
        </p:txBody>
      </p:sp>
      <p:sp>
        <p:nvSpPr>
          <p:cNvPr id="11" name="Rectangle 10">
            <a:extLst>
              <a:ext uri="{FF2B5EF4-FFF2-40B4-BE49-F238E27FC236}">
                <a16:creationId xmlns:a16="http://schemas.microsoft.com/office/drawing/2014/main" id="{0219798E-9455-802B-ED53-034A767FCA76}"/>
              </a:ext>
            </a:extLst>
          </p:cNvPr>
          <p:cNvSpPr>
            <a:spLocks noChangeArrowheads="1"/>
          </p:cNvSpPr>
          <p:nvPr/>
        </p:nvSpPr>
        <p:spPr bwMode="auto">
          <a:xfrm>
            <a:off x="0" y="0"/>
            <a:ext cx="7772400" cy="0"/>
          </a:xfrm>
          <a:prstGeom prst="rect">
            <a:avLst/>
          </a:prstGeom>
          <a:solidFill>
            <a:srgbClr val="1E1E1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79350" rIns="9144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rgbClr val="E3E3E3"/>
                </a:solidFill>
                <a:effectLst/>
                <a:latin typeface="Roboto" panose="02000000000000000000" pitchFamily="2" charset="0"/>
              </a:rPr>
              <a:t>Significant Predictor:</a:t>
            </a:r>
            <a:r>
              <a:rPr kumimoji="0" lang="en-US" altLang="en-US" sz="1000" b="0" i="0" u="none" strike="noStrike" cap="none" normalizeH="0" baseline="0">
                <a:ln>
                  <a:noFill/>
                </a:ln>
                <a:solidFill>
                  <a:srgbClr val="E3E3E3"/>
                </a:solidFill>
                <a:effectLst/>
                <a:latin typeface="Roboto" panose="02000000000000000000" pitchFamily="2" charset="0"/>
              </a:rPr>
              <a:t> </a:t>
            </a:r>
            <a:r>
              <a:rPr kumimoji="0" lang="en-US" altLang="en-US" sz="1000" b="0" i="0" u="none" strike="noStrike" cap="none" normalizeH="0" baseline="0">
                <a:ln>
                  <a:noFill/>
                </a:ln>
                <a:solidFill>
                  <a:srgbClr val="E3E3E3"/>
                </a:solidFill>
                <a:effectLst/>
                <a:latin typeface="Courier New" panose="02070309020205020404" pitchFamily="49" charset="0"/>
                <a:cs typeface="Courier New" panose="02070309020205020404" pitchFamily="49" charset="0"/>
              </a:rPr>
              <a:t>activity_days</a:t>
            </a:r>
            <a:r>
              <a:rPr kumimoji="0" lang="en-US" altLang="en-US" sz="1000" b="0" i="0" u="none" strike="noStrike" cap="none" normalizeH="0" baseline="0">
                <a:ln>
                  <a:noFill/>
                </a:ln>
                <a:solidFill>
                  <a:srgbClr val="E3E3E3"/>
                </a:solidFill>
                <a:effectLst/>
                <a:latin typeface="Roboto" panose="02000000000000000000" pitchFamily="2" charset="0"/>
              </a:rPr>
              <a:t> was identified as a strong predictor in the model, with a notable coefficient indicating its influence on the log odds of churning.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04D5FD1F-637D-861F-B47B-AAEBE0E3AC53}"/>
              </a:ext>
            </a:extLst>
          </p:cNvPr>
          <p:cNvSpPr>
            <a:spLocks noChangeArrowheads="1"/>
          </p:cNvSpPr>
          <p:nvPr/>
        </p:nvSpPr>
        <p:spPr bwMode="auto">
          <a:xfrm>
            <a:off x="0" y="0"/>
            <a:ext cx="7772400" cy="457200"/>
          </a:xfrm>
          <a:prstGeom prst="rect">
            <a:avLst/>
          </a:prstGeom>
          <a:solidFill>
            <a:srgbClr val="1E1E1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E3E3E3"/>
                </a:solidFill>
                <a:effectLst/>
                <a:latin typeface="Roboto" panose="02000000000000000000" pitchFamily="2" charset="0"/>
              </a:rPr>
              <a:t>Engineered Feature Utility:</a:t>
            </a:r>
            <a:r>
              <a:rPr kumimoji="0" lang="en-US" altLang="en-US" sz="1000" b="0" i="0" u="none" strike="noStrike" cap="none" normalizeH="0" baseline="0">
                <a:ln>
                  <a:noFill/>
                </a:ln>
                <a:solidFill>
                  <a:srgbClr val="E3E3E3"/>
                </a:solidFill>
                <a:effectLst/>
                <a:latin typeface="Roboto" panose="02000000000000000000" pitchFamily="2" charset="0"/>
              </a:rPr>
              <a:t> The </a:t>
            </a:r>
            <a:r>
              <a:rPr kumimoji="0" lang="en-US" altLang="en-US" sz="1000" b="0" i="0" u="none" strike="noStrike" cap="none" normalizeH="0" baseline="0">
                <a:ln>
                  <a:noFill/>
                </a:ln>
                <a:solidFill>
                  <a:srgbClr val="E3E3E3"/>
                </a:solidFill>
                <a:effectLst/>
                <a:latin typeface="Courier New" panose="02070309020205020404" pitchFamily="49" charset="0"/>
                <a:cs typeface="Courier New" panose="02070309020205020404" pitchFamily="49" charset="0"/>
              </a:rPr>
              <a:t>professional_driver</a:t>
            </a:r>
            <a:r>
              <a:rPr kumimoji="0" lang="en-US" altLang="en-US" sz="1000" b="0" i="0" u="none" strike="noStrike" cap="none" normalizeH="0" baseline="0">
                <a:ln>
                  <a:noFill/>
                </a:ln>
                <a:solidFill>
                  <a:srgbClr val="E3E3E3"/>
                </a:solidFill>
                <a:effectLst/>
                <a:latin typeface="Roboto" panose="02000000000000000000" pitchFamily="2" charset="0"/>
              </a:rPr>
              <a:t> feature, created through feature engineering, showed a noticeable difference in churn rates between the two groups, suggesting its value as a predictor</a:t>
            </a:r>
            <a:r>
              <a:rPr kumimoji="0" lang="en-US" altLang="en-US" sz="5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5C5520D4-5ADA-E21B-96FF-AF1F2F2D5512}"/>
              </a:ext>
            </a:extLst>
          </p:cNvPr>
          <p:cNvSpPr>
            <a:spLocks noChangeArrowheads="1"/>
          </p:cNvSpPr>
          <p:nvPr/>
        </p:nvSpPr>
        <p:spPr bwMode="auto">
          <a:xfrm>
            <a:off x="152400" y="152400"/>
            <a:ext cx="7772400" cy="457200"/>
          </a:xfrm>
          <a:prstGeom prst="rect">
            <a:avLst/>
          </a:prstGeom>
          <a:solidFill>
            <a:srgbClr val="1E1E1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E3E3E3"/>
                </a:solidFill>
                <a:effectLst/>
                <a:latin typeface="Roboto" panose="02000000000000000000" pitchFamily="2" charset="0"/>
              </a:rPr>
              <a:t>Engineered Feature Utility:</a:t>
            </a:r>
            <a:r>
              <a:rPr kumimoji="0" lang="en-US" altLang="en-US" sz="1000" b="0" i="0" u="none" strike="noStrike" cap="none" normalizeH="0" baseline="0">
                <a:ln>
                  <a:noFill/>
                </a:ln>
                <a:solidFill>
                  <a:srgbClr val="E3E3E3"/>
                </a:solidFill>
                <a:effectLst/>
                <a:latin typeface="Roboto" panose="02000000000000000000" pitchFamily="2" charset="0"/>
              </a:rPr>
              <a:t> The </a:t>
            </a:r>
            <a:r>
              <a:rPr kumimoji="0" lang="en-US" altLang="en-US" sz="1000" b="0" i="0" u="none" strike="noStrike" cap="none" normalizeH="0" baseline="0">
                <a:ln>
                  <a:noFill/>
                </a:ln>
                <a:solidFill>
                  <a:srgbClr val="E3E3E3"/>
                </a:solidFill>
                <a:effectLst/>
                <a:latin typeface="Courier New" panose="02070309020205020404" pitchFamily="49" charset="0"/>
                <a:cs typeface="Courier New" panose="02070309020205020404" pitchFamily="49" charset="0"/>
              </a:rPr>
              <a:t>professional_driver</a:t>
            </a:r>
            <a:r>
              <a:rPr kumimoji="0" lang="en-US" altLang="en-US" sz="1000" b="0" i="0" u="none" strike="noStrike" cap="none" normalizeH="0" baseline="0">
                <a:ln>
                  <a:noFill/>
                </a:ln>
                <a:solidFill>
                  <a:srgbClr val="E3E3E3"/>
                </a:solidFill>
                <a:effectLst/>
                <a:latin typeface="Roboto" panose="02000000000000000000" pitchFamily="2" charset="0"/>
              </a:rPr>
              <a:t> feature, created through feature engineering, showed a noticeable difference in churn rates between the two groups, suggesting its value as a predictor</a:t>
            </a:r>
            <a:r>
              <a:rPr kumimoji="0" lang="en-US" altLang="en-US" sz="5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517</Words>
  <Application>Microsoft Office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Arial</vt:lpstr>
      <vt:lpstr>Google Sans SemiBold</vt:lpstr>
      <vt:lpstr>Calibri</vt:lpstr>
      <vt:lpstr>Courier New</vt:lpstr>
      <vt:lpstr>Work Sans</vt:lpstr>
      <vt:lpstr>Google Sans</vt:lpstr>
      <vt:lpstr>PT Sans Narrow</vt:lpstr>
      <vt:lpstr>Roboto</vt:lpstr>
      <vt:lpstr>Simple Light</vt:lpstr>
      <vt:lpstr>Simple Light</vt:lpstr>
      <vt:lpstr>User Churn Project | Regression Modeling Results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Pranay Prasanth</cp:lastModifiedBy>
  <cp:revision>1</cp:revision>
  <dcterms:modified xsi:type="dcterms:W3CDTF">2025-06-07T11:58:47Z</dcterms:modified>
</cp:coreProperties>
</file>